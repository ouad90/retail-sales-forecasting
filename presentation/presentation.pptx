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8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7" autoAdjust="0"/>
  </p:normalViewPr>
  <p:slideViewPr>
    <p:cSldViewPr snapToGrid="0">
      <p:cViewPr varScale="1">
        <p:scale>
          <a:sx n="57" d="100"/>
          <a:sy n="57" d="100"/>
        </p:scale>
        <p:origin x="4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27695-E71A-407B-B04C-91A8027E235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AFA3-4C14-4F34-8BD8-F2B24C890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3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</a:t>
            </a:r>
          </a:p>
          <a:p>
            <a:r>
              <a:rPr lang="en-US" dirty="0"/>
              <a:t>Today I’ll present my project on Retail Sales Forecasting and Analytics Dashboard.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6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end-to-end workflow I used in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started with </a:t>
            </a:r>
            <a:r>
              <a:rPr lang="en-US" b="1" dirty="0"/>
              <a:t>data collection</a:t>
            </a:r>
            <a:r>
              <a:rPr lang="en-US" dirty="0"/>
              <a:t> and </a:t>
            </a:r>
            <a:r>
              <a:rPr lang="en-US" b="1" dirty="0"/>
              <a:t>cleaning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then created </a:t>
            </a:r>
            <a:r>
              <a:rPr lang="en-US" b="1" dirty="0"/>
              <a:t>time-series features </a:t>
            </a:r>
            <a:r>
              <a:rPr lang="en-US" dirty="0"/>
              <a:t>such as lag variables, rolling statistics, and seasonal indicators.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Next, I performed </a:t>
            </a:r>
            <a:r>
              <a:rPr lang="en-US" b="1" dirty="0"/>
              <a:t>exploratory data analysis </a:t>
            </a:r>
            <a:r>
              <a:rPr lang="en-US" dirty="0"/>
              <a:t>to identify trends, seasonality, and autocorrelation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Multiple </a:t>
            </a:r>
            <a:r>
              <a:rPr lang="en-US" b="1" dirty="0"/>
              <a:t>forecasting models </a:t>
            </a:r>
            <a:r>
              <a:rPr lang="en-US" dirty="0"/>
              <a:t>were then developed and optimized using </a:t>
            </a:r>
            <a:r>
              <a:rPr lang="en-US" b="1" dirty="0" err="1"/>
              <a:t>HyperOpt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</a:t>
            </a:r>
            <a:r>
              <a:rPr lang="en-US" b="1" dirty="0" err="1"/>
              <a:t>MLflow</a:t>
            </a:r>
            <a:r>
              <a:rPr lang="en-US" dirty="0"/>
              <a:t> was used to track experiments and compare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Finally, the best model and insights were deployed through an </a:t>
            </a:r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dashboard </a:t>
            </a:r>
            <a:r>
              <a:rPr lang="en-US" dirty="0"/>
              <a:t>for business analysis and forecasting.”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9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Retail businesses rely heavily on </a:t>
            </a:r>
            <a:r>
              <a:rPr lang="en-US" b="1" dirty="0"/>
              <a:t>accurate demand forecasting </a:t>
            </a:r>
            <a:r>
              <a:rPr lang="en-US" dirty="0"/>
              <a:t>to manage inventory and operations efficiently.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Poor forecasting </a:t>
            </a:r>
            <a:r>
              <a:rPr lang="en-US" dirty="0"/>
              <a:t>can lead to several issues, including overstocking, stock shortages, and financial losses.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The dataset showed </a:t>
            </a:r>
            <a:r>
              <a:rPr lang="en-US" b="1" dirty="0"/>
              <a:t>strong fluctuations and irregular sales spikes over time</a:t>
            </a:r>
            <a:r>
              <a:rPr lang="en-US" dirty="0"/>
              <a:t>, which made forecasting challenging.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Because of this volatility, the main goal of the project was to forecast future retail sales using </a:t>
            </a:r>
            <a:r>
              <a:rPr lang="en-US" b="1" dirty="0"/>
              <a:t>historical sales behavior</a:t>
            </a:r>
            <a:r>
              <a:rPr lang="en-US" dirty="0"/>
              <a:t> and </a:t>
            </a:r>
            <a:r>
              <a:rPr lang="en-US" b="1" dirty="0"/>
              <a:t>machine learning techniques.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97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</a:t>
            </a:r>
            <a:r>
              <a:rPr lang="en-US" b="1" dirty="0"/>
              <a:t>dataset</a:t>
            </a:r>
            <a:r>
              <a:rPr lang="en-US" dirty="0"/>
              <a:t> and the </a:t>
            </a:r>
            <a:r>
              <a:rPr lang="en-US" b="1" dirty="0"/>
              <a:t>feature engineering process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project used </a:t>
            </a:r>
            <a:r>
              <a:rPr lang="en-US" b="1" dirty="0"/>
              <a:t>multiple data sources</a:t>
            </a:r>
            <a:r>
              <a:rPr lang="en-US" dirty="0"/>
              <a:t>, including daily unit sales, holidays and events, oil prices, and calendar information.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Feature engineering was a critical part of the project because time-series forecasting depends heavily on historical behavior.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Several engineered features were created: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lag variables,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rolling averages,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rolling standard deviations,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weekend indicators,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seasonal calendar features.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</a:t>
            </a:r>
            <a:r>
              <a:rPr lang="en-US" b="1" dirty="0"/>
              <a:t>target variable </a:t>
            </a:r>
            <a:r>
              <a:rPr lang="en-US" dirty="0"/>
              <a:t>for prediction was </a:t>
            </a:r>
            <a:r>
              <a:rPr lang="en-US" b="1" dirty="0"/>
              <a:t>unit sales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</a:t>
            </a:r>
            <a:r>
              <a:rPr lang="en-US" b="1" dirty="0"/>
              <a:t>overall pipeline </a:t>
            </a:r>
            <a:r>
              <a:rPr lang="en-US" dirty="0"/>
              <a:t>transformed </a:t>
            </a:r>
            <a:r>
              <a:rPr lang="en-US" b="1" dirty="0"/>
              <a:t>raw sales data</a:t>
            </a:r>
            <a:r>
              <a:rPr lang="en-US" dirty="0"/>
              <a:t> into a </a:t>
            </a:r>
            <a:r>
              <a:rPr lang="en-US" b="1" dirty="0"/>
              <a:t>model-ready dataset.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82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I performed </a:t>
            </a:r>
            <a:r>
              <a:rPr lang="en-US" b="1" dirty="0"/>
              <a:t>exploratory data analysis </a:t>
            </a:r>
            <a:r>
              <a:rPr lang="en-US" dirty="0"/>
              <a:t>and </a:t>
            </a:r>
            <a:r>
              <a:rPr lang="en-US" b="1" dirty="0"/>
              <a:t>statistical analysis </a:t>
            </a:r>
            <a:r>
              <a:rPr lang="en-US" dirty="0"/>
              <a:t>on the time series.</a:t>
            </a:r>
          </a:p>
          <a:p>
            <a:r>
              <a:rPr lang="en-US" dirty="0"/>
              <a:t>- The decomposition plot helped separate the data into: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trend,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seasonal,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residual components. </a:t>
            </a:r>
          </a:p>
          <a:p>
            <a:r>
              <a:rPr lang="en-US" dirty="0"/>
              <a:t>- This confirmed that the sales data contains </a:t>
            </a:r>
            <a:r>
              <a:rPr lang="en-US" b="1" dirty="0"/>
              <a:t>strong seasonality patterns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 also analyzed autocorrelation using </a:t>
            </a:r>
            <a:r>
              <a:rPr lang="en-US" b="1" dirty="0"/>
              <a:t>ACF </a:t>
            </a:r>
            <a:r>
              <a:rPr lang="en-US" dirty="0"/>
              <a:t>and </a:t>
            </a:r>
            <a:r>
              <a:rPr lang="en-US" b="1" dirty="0" err="1"/>
              <a:t>PACF</a:t>
            </a:r>
            <a:r>
              <a:rPr lang="en-US" dirty="0" err="1"/>
              <a:t>plots</a:t>
            </a:r>
            <a:r>
              <a:rPr lang="en-US" dirty="0"/>
              <a:t>.</a:t>
            </a:r>
          </a:p>
          <a:p>
            <a:r>
              <a:rPr lang="en-US" dirty="0"/>
              <a:t>- The </a:t>
            </a:r>
            <a:r>
              <a:rPr lang="en-US" b="1" dirty="0"/>
              <a:t>ACF</a:t>
            </a:r>
            <a:r>
              <a:rPr lang="en-US" dirty="0"/>
              <a:t> plot showed </a:t>
            </a:r>
            <a:r>
              <a:rPr lang="en-US" b="1" dirty="0"/>
              <a:t>strong lag relationships</a:t>
            </a:r>
            <a:r>
              <a:rPr lang="en-US" dirty="0"/>
              <a:t>, while the </a:t>
            </a:r>
            <a:r>
              <a:rPr lang="en-US" b="1" dirty="0"/>
              <a:t>PACF</a:t>
            </a:r>
            <a:r>
              <a:rPr lang="en-US" dirty="0"/>
              <a:t> plot identified </a:t>
            </a:r>
            <a:r>
              <a:rPr lang="en-US" b="1" dirty="0"/>
              <a:t>significant direct lags</a:t>
            </a:r>
            <a:r>
              <a:rPr lang="en-US" dirty="0"/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Overall, the statistical analysis confirmed that </a:t>
            </a:r>
            <a:r>
              <a:rPr lang="en-US" b="1" dirty="0"/>
              <a:t>historical sales values </a:t>
            </a:r>
            <a:r>
              <a:rPr lang="en-US" dirty="0"/>
              <a:t>strongly influence </a:t>
            </a:r>
            <a:r>
              <a:rPr lang="en-US" b="1" dirty="0"/>
              <a:t>future demand</a:t>
            </a:r>
            <a:r>
              <a:rPr lang="en-US" dirty="0"/>
              <a:t>, which justified the use of </a:t>
            </a:r>
            <a:r>
              <a:rPr lang="en-US" b="1" dirty="0"/>
              <a:t>lag-based forecasting models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6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stage, </a:t>
            </a:r>
            <a:r>
              <a:rPr lang="en-US" b="1" dirty="0"/>
              <a:t>multiple forecasting models </a:t>
            </a:r>
            <a:r>
              <a:rPr lang="en-US" dirty="0"/>
              <a:t>were evaluated and compared.</a:t>
            </a:r>
          </a:p>
          <a:p>
            <a:r>
              <a:rPr lang="en-US" dirty="0"/>
              <a:t>- The </a:t>
            </a:r>
            <a:r>
              <a:rPr lang="en-US" b="1" dirty="0"/>
              <a:t>baseline</a:t>
            </a:r>
            <a:r>
              <a:rPr lang="en-US" dirty="0"/>
              <a:t> and </a:t>
            </a:r>
            <a:r>
              <a:rPr lang="en-US" b="1" dirty="0"/>
              <a:t>statistical models </a:t>
            </a:r>
            <a:r>
              <a:rPr lang="en-US" dirty="0"/>
              <a:t>included: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Naive Forecast,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Moving Average,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Seasonal Naive,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ARIMA/SARIMAX. </a:t>
            </a:r>
          </a:p>
          <a:p>
            <a:endParaRPr lang="en-US" dirty="0"/>
          </a:p>
          <a:p>
            <a:r>
              <a:rPr lang="en-US" dirty="0"/>
              <a:t>- The machine learning models included: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Ridge Regression,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Random Forest,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Gradient Boosting,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dirty="0" err="1"/>
              <a:t>XGBoost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- The </a:t>
            </a:r>
            <a:r>
              <a:rPr lang="en-US" b="1" dirty="0"/>
              <a:t>RMSE</a:t>
            </a:r>
            <a:r>
              <a:rPr lang="en-US" dirty="0"/>
              <a:t> comparison chart on the right summarizes </a:t>
            </a:r>
            <a:r>
              <a:rPr lang="en-US" b="1" dirty="0"/>
              <a:t>forecasting performance </a:t>
            </a:r>
            <a:r>
              <a:rPr lang="en-US" dirty="0"/>
              <a:t>across all models.</a:t>
            </a:r>
          </a:p>
          <a:p>
            <a:r>
              <a:rPr lang="en-US" dirty="0"/>
              <a:t>- The results clearly showed that machine learning approaches achieved </a:t>
            </a:r>
            <a:r>
              <a:rPr lang="en-US" b="1" dirty="0"/>
              <a:t>significantly lower forecasting error </a:t>
            </a:r>
            <a:r>
              <a:rPr lang="en-US" b="0" dirty="0"/>
              <a:t>c</a:t>
            </a:r>
            <a:r>
              <a:rPr lang="en-US" dirty="0"/>
              <a:t>ompared to traditional baseline methods.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Among all evaluated approaches, </a:t>
            </a:r>
            <a:r>
              <a:rPr lang="en-US" b="1" dirty="0"/>
              <a:t>Ridge Regression </a:t>
            </a:r>
            <a:r>
              <a:rPr lang="en-US" dirty="0"/>
              <a:t>achieved the </a:t>
            </a:r>
            <a:r>
              <a:rPr lang="en-US" b="1" dirty="0"/>
              <a:t>strongest performance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6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presents the </a:t>
            </a:r>
            <a:r>
              <a:rPr lang="en-US" b="1" dirty="0"/>
              <a:t>optimization</a:t>
            </a:r>
            <a:r>
              <a:rPr lang="en-US" dirty="0"/>
              <a:t> and </a:t>
            </a:r>
            <a:r>
              <a:rPr lang="en-US" b="1" dirty="0"/>
              <a:t>experiment tracking </a:t>
            </a:r>
            <a:r>
              <a:rPr lang="en-US" dirty="0"/>
              <a:t>workflow.</a:t>
            </a:r>
          </a:p>
          <a:p>
            <a:r>
              <a:rPr lang="en-US" b="1" dirty="0"/>
              <a:t>- </a:t>
            </a:r>
            <a:r>
              <a:rPr lang="en-US" b="1" dirty="0" err="1"/>
              <a:t>HyperOpt</a:t>
            </a:r>
            <a:r>
              <a:rPr lang="en-US" dirty="0"/>
              <a:t> was used for </a:t>
            </a:r>
            <a:r>
              <a:rPr lang="en-US" b="1" dirty="0"/>
              <a:t>automated </a:t>
            </a:r>
            <a:r>
              <a:rPr lang="en-US" b="0" dirty="0"/>
              <a:t>hyperparameter tuning.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Instead of manually testing parameter values, </a:t>
            </a:r>
            <a:r>
              <a:rPr lang="en-US" dirty="0" err="1"/>
              <a:t>HyperOpt</a:t>
            </a:r>
            <a:r>
              <a:rPr lang="en-US" dirty="0"/>
              <a:t> automatically searched for </a:t>
            </a:r>
            <a:r>
              <a:rPr lang="en-US" b="1" dirty="0"/>
              <a:t>better parameter combinations </a:t>
            </a:r>
            <a:r>
              <a:rPr lang="en-US" dirty="0"/>
              <a:t>to improve </a:t>
            </a:r>
            <a:r>
              <a:rPr lang="en-US" b="1" dirty="0"/>
              <a:t>forecasting performance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- The </a:t>
            </a:r>
            <a:r>
              <a:rPr lang="en-US" b="1" dirty="0"/>
              <a:t>convergence plot </a:t>
            </a:r>
            <a:r>
              <a:rPr lang="en-US" dirty="0"/>
              <a:t>shows how </a:t>
            </a:r>
            <a:r>
              <a:rPr lang="en-US" b="1" dirty="0"/>
              <a:t>RMSE improved </a:t>
            </a:r>
            <a:r>
              <a:rPr lang="en-US" dirty="0"/>
              <a:t>over multiple optimization trials.</a:t>
            </a:r>
          </a:p>
          <a:p>
            <a:r>
              <a:rPr lang="en-US" dirty="0"/>
              <a:t>- </a:t>
            </a:r>
            <a:r>
              <a:rPr lang="en-US" b="1" dirty="0" err="1"/>
              <a:t>MLflow</a:t>
            </a:r>
            <a:r>
              <a:rPr lang="en-US" dirty="0"/>
              <a:t> was then used for </a:t>
            </a:r>
            <a:r>
              <a:rPr lang="en-US" b="0" dirty="0"/>
              <a:t>experiment</a:t>
            </a:r>
            <a:r>
              <a:rPr lang="en-US" b="1" dirty="0"/>
              <a:t> tracking </a:t>
            </a:r>
            <a:r>
              <a:rPr lang="en-US" b="0" dirty="0"/>
              <a:t>and</a:t>
            </a:r>
            <a:r>
              <a:rPr lang="en-US" b="1" dirty="0"/>
              <a:t> reproducibility</a:t>
            </a:r>
            <a:r>
              <a:rPr lang="en-US" dirty="0"/>
              <a:t>.</a:t>
            </a:r>
          </a:p>
          <a:p>
            <a:r>
              <a:rPr lang="en-US" dirty="0"/>
              <a:t>It tracked: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experiment runs,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evaluation metrics,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 parameters,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forecasting results. </a:t>
            </a:r>
          </a:p>
          <a:p>
            <a:r>
              <a:rPr lang="en-US" dirty="0"/>
              <a:t>- The </a:t>
            </a:r>
            <a:r>
              <a:rPr lang="en-US" b="1" dirty="0" err="1"/>
              <a:t>MLflow</a:t>
            </a:r>
            <a:r>
              <a:rPr lang="en-US" b="1" dirty="0"/>
              <a:t> interface </a:t>
            </a:r>
            <a:r>
              <a:rPr lang="en-US" dirty="0"/>
              <a:t>shown here contains the </a:t>
            </a:r>
            <a:r>
              <a:rPr lang="en-US" b="1" dirty="0"/>
              <a:t>real experiment runs </a:t>
            </a:r>
            <a:r>
              <a:rPr lang="en-US" dirty="0"/>
              <a:t>generated during the project.</a:t>
            </a:r>
          </a:p>
          <a:p>
            <a:r>
              <a:rPr lang="en-US" dirty="0">
                <a:sym typeface="Wingdings" panose="05000000000000000000" pitchFamily="2" charset="2"/>
              </a:rPr>
              <a:t> T</a:t>
            </a:r>
            <a:r>
              <a:rPr lang="en-US" dirty="0"/>
              <a:t>ogether, </a:t>
            </a:r>
            <a:r>
              <a:rPr lang="en-US" dirty="0" err="1"/>
              <a:t>HyperOpt</a:t>
            </a:r>
            <a:r>
              <a:rPr lang="en-US" dirty="0"/>
              <a:t> and </a:t>
            </a:r>
            <a:r>
              <a:rPr lang="en-US" dirty="0" err="1"/>
              <a:t>MLflow</a:t>
            </a:r>
            <a:r>
              <a:rPr lang="en-US" dirty="0"/>
              <a:t> improved both </a:t>
            </a:r>
            <a:r>
              <a:rPr lang="en-US" b="1" dirty="0"/>
              <a:t>optimization efficiency </a:t>
            </a:r>
            <a:r>
              <a:rPr lang="en-US" dirty="0"/>
              <a:t>and </a:t>
            </a:r>
            <a:r>
              <a:rPr lang="en-US" b="1" dirty="0"/>
              <a:t>reproducibility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92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was the </a:t>
            </a:r>
            <a:r>
              <a:rPr lang="en-US" b="1" dirty="0"/>
              <a:t>best-performing forecasting model </a:t>
            </a:r>
            <a:r>
              <a:rPr lang="en-US" dirty="0"/>
              <a:t>in the project.</a:t>
            </a:r>
          </a:p>
          <a:p>
            <a:r>
              <a:rPr lang="en-US" dirty="0"/>
              <a:t>The tuned Ridge Regression model achieved: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MAE of 75.93,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RMSE of 94.25,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MAPE of 19.69%,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an R² score of 0.651. </a:t>
            </a:r>
          </a:p>
          <a:p>
            <a:r>
              <a:rPr lang="en-US" dirty="0"/>
              <a:t>- The </a:t>
            </a:r>
            <a:r>
              <a:rPr lang="en-US" b="1" dirty="0"/>
              <a:t>Actual versus Predicted Sales </a:t>
            </a:r>
            <a:r>
              <a:rPr lang="en-US" dirty="0"/>
              <a:t>plot demonstrates that the </a:t>
            </a:r>
            <a:r>
              <a:rPr lang="en-US" b="1" dirty="0"/>
              <a:t>model successfully captured</a:t>
            </a:r>
            <a:r>
              <a:rPr lang="en-US" dirty="0"/>
              <a:t> the main sales </a:t>
            </a:r>
            <a:r>
              <a:rPr lang="en-US" b="1" dirty="0"/>
              <a:t>trends</a:t>
            </a:r>
            <a:r>
              <a:rPr lang="en-US" dirty="0"/>
              <a:t> and </a:t>
            </a:r>
            <a:r>
              <a:rPr lang="en-US" b="1" dirty="0"/>
              <a:t>fluctuations</a:t>
            </a:r>
            <a:r>
              <a:rPr lang="en-US" dirty="0"/>
              <a:t>.</a:t>
            </a:r>
          </a:p>
          <a:p>
            <a:r>
              <a:rPr lang="en-US" dirty="0"/>
              <a:t>-Although some volatility remains </a:t>
            </a:r>
            <a:r>
              <a:rPr lang="en-US" b="1" dirty="0"/>
              <a:t>difficult to predict perfectly</a:t>
            </a:r>
            <a:r>
              <a:rPr lang="en-US" dirty="0"/>
              <a:t>, the model achieved a </a:t>
            </a:r>
            <a:r>
              <a:rPr lang="en-US" b="1" dirty="0"/>
              <a:t>strong balance </a:t>
            </a:r>
            <a:r>
              <a:rPr lang="en-US" dirty="0"/>
              <a:t>between </a:t>
            </a:r>
            <a:r>
              <a:rPr lang="en-US" b="1" dirty="0"/>
              <a:t>forecasting accuracy </a:t>
            </a:r>
            <a:r>
              <a:rPr lang="en-US" dirty="0"/>
              <a:t>and </a:t>
            </a:r>
            <a:r>
              <a:rPr lang="en-US" b="1" dirty="0"/>
              <a:t>generalization performance.</a:t>
            </a:r>
          </a:p>
          <a:p>
            <a:r>
              <a:rPr lang="en-US" dirty="0"/>
              <a:t>- Hyperparameter tuning also contributed significantly to </a:t>
            </a:r>
            <a:r>
              <a:rPr lang="en-US" b="1" dirty="0"/>
              <a:t>improving model stability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78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make the forecasting system </a:t>
            </a:r>
            <a:r>
              <a:rPr lang="en-US" b="1" dirty="0"/>
              <a:t>more practical </a:t>
            </a:r>
            <a:r>
              <a:rPr lang="en-US" dirty="0"/>
              <a:t>and </a:t>
            </a:r>
            <a:r>
              <a:rPr lang="en-US" b="1" dirty="0"/>
              <a:t>business-oriented</a:t>
            </a:r>
            <a:r>
              <a:rPr lang="en-US" dirty="0"/>
              <a:t>, I developed an </a:t>
            </a:r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dashboard.</a:t>
            </a:r>
          </a:p>
          <a:p>
            <a:r>
              <a:rPr lang="en-US" dirty="0"/>
              <a:t>The dashboard enabled: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interactive forecasting analysis,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 performance tracking,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real-time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Business insight generation. </a:t>
            </a:r>
          </a:p>
          <a:p>
            <a:r>
              <a:rPr lang="en-US" dirty="0"/>
              <a:t>- The </a:t>
            </a:r>
            <a:r>
              <a:rPr lang="en-US" b="1" dirty="0"/>
              <a:t>KPI cards </a:t>
            </a:r>
            <a:r>
              <a:rPr lang="en-US" dirty="0"/>
              <a:t>summarize the best-performing model metrics.</a:t>
            </a:r>
          </a:p>
          <a:p>
            <a:r>
              <a:rPr lang="en-US" dirty="0"/>
              <a:t>- The dashboard also includes: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RMSE comparison charts,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Actual versus Predicted Sales visualizations,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Feature Importance analysis. 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This transformed the machine learning outputs into </a:t>
            </a:r>
            <a:r>
              <a:rPr lang="en-US" b="1" dirty="0"/>
              <a:t>actionable business insights </a:t>
            </a:r>
            <a:r>
              <a:rPr lang="en-US" dirty="0"/>
              <a:t>for decision-making.”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21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</a:t>
            </a:r>
            <a:r>
              <a:rPr lang="en-US" b="1" dirty="0"/>
              <a:t>main</a:t>
            </a:r>
            <a:r>
              <a:rPr lang="en-US" dirty="0"/>
              <a:t> </a:t>
            </a:r>
            <a:r>
              <a:rPr lang="en-US" b="1" dirty="0"/>
              <a:t>business recommendations </a:t>
            </a:r>
            <a:r>
              <a:rPr lang="en-US" dirty="0"/>
              <a:t>generated from the analysis.</a:t>
            </a:r>
          </a:p>
          <a:p>
            <a:r>
              <a:rPr lang="en-US" dirty="0"/>
              <a:t>- The Feature Importance chart revealed that </a:t>
            </a:r>
            <a:r>
              <a:rPr lang="en-US" b="1" dirty="0"/>
              <a:t>lag-based variables </a:t>
            </a:r>
            <a:r>
              <a:rPr lang="en-US" dirty="0"/>
              <a:t>and </a:t>
            </a:r>
            <a:r>
              <a:rPr lang="en-US" b="1" dirty="0"/>
              <a:t>seasonal indicators </a:t>
            </a:r>
            <a:r>
              <a:rPr lang="en-US" dirty="0"/>
              <a:t>were the strongest forecasting drivers.</a:t>
            </a:r>
          </a:p>
          <a:p>
            <a:endParaRPr lang="en-US" dirty="0"/>
          </a:p>
          <a:p>
            <a:r>
              <a:rPr lang="en-US" dirty="0"/>
              <a:t>Three key insights emerged: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1-First, </a:t>
            </a:r>
            <a:r>
              <a:rPr lang="en-US" b="1" dirty="0"/>
              <a:t>weekends </a:t>
            </a:r>
            <a:r>
              <a:rPr lang="en-US" dirty="0"/>
              <a:t>matter because customer shopping behavior differs significantly between weekdays and weekends.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2-Second, </a:t>
            </a:r>
            <a:r>
              <a:rPr lang="en-US" b="1" dirty="0"/>
              <a:t>lag features </a:t>
            </a:r>
            <a:r>
              <a:rPr lang="en-US" dirty="0"/>
              <a:t>matter because previous sales strongly influence future demand.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3-Third, </a:t>
            </a:r>
            <a:r>
              <a:rPr lang="en-US" b="1" dirty="0"/>
              <a:t>seasonality</a:t>
            </a:r>
            <a:r>
              <a:rPr lang="en-US" dirty="0"/>
              <a:t> matters because retail demand changes across weeks and months.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Based on these findings, retail businesses should integrate </a:t>
            </a:r>
            <a:r>
              <a:rPr lang="en-US" b="1" dirty="0"/>
              <a:t>historical sales patterns</a:t>
            </a:r>
            <a:r>
              <a:rPr lang="en-US" dirty="0"/>
              <a:t>, </a:t>
            </a:r>
            <a:r>
              <a:rPr lang="en-US" b="1" dirty="0"/>
              <a:t>seasonal effects</a:t>
            </a:r>
            <a:r>
              <a:rPr lang="en-US" dirty="0"/>
              <a:t>, and </a:t>
            </a:r>
            <a:r>
              <a:rPr lang="en-US" b="1" dirty="0"/>
              <a:t>calendar behavior </a:t>
            </a:r>
            <a:r>
              <a:rPr lang="en-US" dirty="0"/>
              <a:t>into </a:t>
            </a:r>
            <a:r>
              <a:rPr lang="en-US" b="1" dirty="0"/>
              <a:t>inventory planning</a:t>
            </a:r>
            <a:r>
              <a:rPr lang="en-US" dirty="0"/>
              <a:t> and </a:t>
            </a:r>
            <a:r>
              <a:rPr lang="en-US" b="1" dirty="0"/>
              <a:t>demand forecasting strategies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2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“In conclusion, this project demonstrated how </a:t>
            </a:r>
            <a:r>
              <a:rPr lang="en-US" b="1" dirty="0"/>
              <a:t>machine learning</a:t>
            </a:r>
            <a:r>
              <a:rPr lang="en-US" dirty="0"/>
              <a:t>, </a:t>
            </a:r>
            <a:r>
              <a:rPr lang="en-US" b="1" dirty="0"/>
              <a:t>optimization,</a:t>
            </a:r>
            <a:r>
              <a:rPr lang="en-US" dirty="0"/>
              <a:t> and </a:t>
            </a:r>
            <a:r>
              <a:rPr lang="en-US" b="1" dirty="0"/>
              <a:t>interactive analytics </a:t>
            </a:r>
            <a:r>
              <a:rPr lang="en-US" dirty="0"/>
              <a:t>can improve </a:t>
            </a:r>
            <a:r>
              <a:rPr lang="en-US" b="1" dirty="0"/>
              <a:t>retail demand forecasting.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The tuned Ridge Regression </a:t>
            </a:r>
            <a:r>
              <a:rPr lang="en-US" dirty="0"/>
              <a:t>model achieved the best performance with an </a:t>
            </a:r>
            <a:r>
              <a:rPr lang="en-US" b="1" dirty="0"/>
              <a:t>RMSE of 94.25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b="1" dirty="0" err="1"/>
              <a:t>HyperOpt</a:t>
            </a:r>
            <a:r>
              <a:rPr lang="en-US" dirty="0"/>
              <a:t> improved model optimization efficiency,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</a:t>
            </a:r>
            <a:r>
              <a:rPr lang="en-US" b="1" dirty="0" err="1"/>
              <a:t>MLflow</a:t>
            </a:r>
            <a:r>
              <a:rPr lang="en-US" dirty="0"/>
              <a:t> improved reproducibility and experiment tracking.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</a:t>
            </a:r>
            <a:r>
              <a:rPr lang="en-US" b="1" dirty="0" err="1"/>
              <a:t>Streamlit</a:t>
            </a:r>
            <a:r>
              <a:rPr lang="en-US" b="1" dirty="0"/>
              <a:t> dashboard </a:t>
            </a:r>
            <a:r>
              <a:rPr lang="en-US" dirty="0"/>
              <a:t>converted forecasting outputs into practical business intelligence.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2) For future improvements, the project could be extended using: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deep learning models </a:t>
            </a:r>
            <a:r>
              <a:rPr lang="en-US" dirty="0"/>
              <a:t>such as LSTMs or Transformers, 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hierarchical forecasting </a:t>
            </a:r>
            <a:r>
              <a:rPr lang="en-US" dirty="0"/>
              <a:t>across stores and product categories, 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</a:t>
            </a:r>
            <a:r>
              <a:rPr lang="en-US" b="1" dirty="0"/>
              <a:t>external economic indicators </a:t>
            </a:r>
            <a:r>
              <a:rPr lang="en-US" dirty="0"/>
              <a:t>such as inflation, promotions, and weather data. 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Overall, this project showed how </a:t>
            </a:r>
            <a:r>
              <a:rPr lang="en-US" b="1" dirty="0"/>
              <a:t>advanced analytics </a:t>
            </a:r>
            <a:r>
              <a:rPr lang="en-US" dirty="0"/>
              <a:t>can support </a:t>
            </a:r>
            <a:r>
              <a:rPr lang="en-US" b="1" dirty="0"/>
              <a:t>more accurate </a:t>
            </a:r>
            <a:r>
              <a:rPr lang="en-US" dirty="0"/>
              <a:t>and </a:t>
            </a:r>
            <a:r>
              <a:rPr lang="en-US" b="1" dirty="0"/>
              <a:t>data-driven</a:t>
            </a:r>
            <a:r>
              <a:rPr lang="en-US" dirty="0"/>
              <a:t> retail decision-making.</a:t>
            </a:r>
          </a:p>
          <a:p>
            <a:r>
              <a:rPr lang="en-US" dirty="0"/>
              <a:t>Thank you.”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1AFA3-4C14-4F34-8BD8-F2B24C8909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91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CBB8-396A-1C84-3B45-F993345F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27C28-5520-1708-2DAE-52C7C13EC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C0746-F135-AA49-D52D-49049B8F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8381A-6324-269D-686B-127D630A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FF47F-1365-597E-4982-B45BC315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6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4E1A-4150-EAE7-7381-0C8657E9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B19D-5932-F3B5-490C-BA546BB5D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B224E-C395-43F4-C904-8D8F5B66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FBB2-04C2-AD88-8B59-193F6D22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B53B4-494B-8C26-E71F-B740AA7B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605D-DEF4-75FA-0C33-72388A3A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464F9-19C4-74DA-DD0E-D85F208A4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475DB-6454-A81F-C6E5-73BB73FD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5E9D-C272-6E9C-9926-235BF708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F4F5-88BB-AE19-82F7-CCEB01E3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5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93FD-4A92-51B6-436C-5B528740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BD85-0C8E-AA59-9F91-EB408BCC6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B6E10-B845-C2B6-BF40-B32353EC8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59EB-EA67-1013-C5FC-02A6589E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ACCB0-6BD7-7FCA-BD1A-F7B6EC34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C26B4-B678-3541-6646-46059328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2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025D-759C-A4F2-ED07-0B7B7B274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F2E1A-8287-70A3-2610-1137E91C9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7809A-7416-62FE-27D5-244AD1D3F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4CD62-471F-FA96-CD75-4E2220CF7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E8322-053E-27C2-8A92-043199E31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053DF-87A1-2161-0924-214DEB99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1E09E-E5A5-6891-7204-A5A6060D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B7719-2AA7-510B-DA1B-11F0EF92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1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57F9-CE2C-0154-159A-31C0F067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B72D9-244F-2929-A8EA-339B4278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2AF95-E929-7291-159C-ECD0CA56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5A11B-F418-A2F4-7F8D-1F89D5B1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8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13A3A-427F-8E35-666C-6A937D82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ADAA0-C72D-C21E-5A67-9C4B2799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61A4F-7C7C-BAC4-3E08-3C2855D1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8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7B95-E26A-96C7-9DE0-D8FCE767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AACF6-35AF-72F4-3CE9-DA77F90C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7CE3C-7212-005B-8451-7ED616629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E57DB-D972-D3E5-3FC9-EBE8061D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6EB7C-55B7-6A34-EFA1-03D1F0FF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DED1E-FCAB-B448-79AF-2F8F33AC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2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C7D1-C0F2-D374-7D58-F0FC4C78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D36D9-3884-2B70-1866-0B21D2966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0A8F-80F8-EC18-BA37-E7F4E8546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1527-1171-62B0-306B-694FDF51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71BD0-213C-C77D-B521-11F93A24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5590D-B63D-F7BE-0336-DCE02F34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7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1714-106A-22AB-27AB-B83D427E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29461-CE12-38E6-2992-F813AC0D4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30D05-7DCB-CAA3-CE43-BC791A57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A5A3-4D5F-78F5-791E-BBD709ED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4AC43-287D-6FEE-0192-C8FFF12A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3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7ABF-AA96-0AF0-CB9A-F5C142FEA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470C0-FCCD-296B-DA62-B13F6583C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54BF-2722-AB66-F08B-2C21F718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6F20-DABB-C217-51B1-88B6E08D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499A-4498-06A2-14FA-C5828720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34C29-F759-CBB4-7CB8-84009EAE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68AE9-7CD7-F97F-C32F-258BC7DEA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7437-00AF-156C-52CB-6F488A577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5F3CA-0A1A-4442-B4D2-B165B62D65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1E85-387E-4066-EB6E-7B267AFF6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24A1-3C09-4B04-3140-27AC7997A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EAB45-5223-425F-BB54-3C31AE1F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2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64978E-09D1-5EA0-A76C-6E9748CCC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3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23"/>
    </mc:Choice>
    <mc:Fallback xmlns="">
      <p:transition spd="slow" advTm="9423"/>
    </mc:Fallback>
  </mc:AlternateContent>
  <p:extLst>
    <p:ext uri="{3A86A75C-4F4B-4683-9AE1-C65F6400EC91}">
      <p14:laserTraceLst xmlns:p14="http://schemas.microsoft.com/office/powerpoint/2010/main">
        <p14:tracePtLst>
          <p14:tracePt t="6076" x="73025" y="1625600"/>
          <p14:tracePt t="6086" x="119063" y="1643063"/>
          <p14:tracePt t="6101" x="182563" y="1679575"/>
          <p14:tracePt t="6118" x="265113" y="1725613"/>
          <p14:tracePt t="6135" x="301625" y="1752600"/>
          <p14:tracePt t="6152" x="374650" y="1771650"/>
          <p14:tracePt t="6168" x="401638" y="1781175"/>
          <p14:tracePt t="6208" x="411163" y="1789113"/>
          <p14:tracePt t="8536" x="411163" y="1817688"/>
          <p14:tracePt t="8547" x="374650" y="1844675"/>
          <p14:tracePt t="8558" x="274638" y="1954213"/>
          <p14:tracePt t="8570" x="201613" y="2036763"/>
          <p14:tracePt t="8822" x="1489075" y="2784475"/>
          <p14:tracePt t="8833" x="2703513" y="2419350"/>
          <p14:tracePt t="8843" x="3314700" y="2127250"/>
          <p14:tracePt t="8854" x="4492625" y="1854200"/>
          <p14:tracePt t="8871" x="4976813" y="1708150"/>
          <p14:tracePt t="8888" x="5954713" y="1579563"/>
          <p14:tracePt t="8905" x="6219825" y="1552575"/>
          <p14:tracePt t="8921" x="6246813" y="1552575"/>
          <p14:tracePt t="8938" x="6273800" y="1552575"/>
          <p14:tracePt t="8978" x="6273800" y="1543050"/>
          <p14:tracePt t="8997" x="6256338" y="1525588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C0D22-A349-EC66-D5D3-CB64FA35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9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76"/>
    </mc:Choice>
    <mc:Fallback xmlns="">
      <p:transition spd="slow" advTm="58876"/>
    </mc:Fallback>
  </mc:AlternateContent>
  <p:extLst>
    <p:ext uri="{3A86A75C-4F4B-4683-9AE1-C65F6400EC91}">
      <p14:laserTraceLst xmlns:p14="http://schemas.microsoft.com/office/powerpoint/2010/main">
        <p14:tracePtLst>
          <p14:tracePt t="1523" x="6237288" y="1543050"/>
          <p14:tracePt t="1534" x="6200775" y="1570038"/>
          <p14:tracePt t="1544" x="6137275" y="1671638"/>
          <p14:tracePt t="1555" x="6081713" y="1752600"/>
          <p14:tracePt t="1566" x="6018213" y="1854200"/>
          <p14:tracePt t="1578" x="5981700" y="1935163"/>
          <p14:tracePt t="1595" x="5954713" y="2100263"/>
          <p14:tracePt t="1612" x="5954713" y="2209800"/>
          <p14:tracePt t="1628" x="6027738" y="2392363"/>
          <p14:tracePt t="1645" x="6081713" y="2474913"/>
          <p14:tracePt t="1662" x="6337300" y="2684463"/>
          <p14:tracePt t="1678" x="6858000" y="2867025"/>
          <p14:tracePt t="1695" x="7269163" y="2894013"/>
          <p14:tracePt t="1712" x="8264525" y="2776538"/>
          <p14:tracePt t="1728" x="9123363" y="2365375"/>
          <p14:tracePt t="1745" x="9332913" y="2182813"/>
          <p14:tracePt t="1761" x="9598025" y="1990725"/>
          <p14:tracePt t="1779" x="9653588" y="1927225"/>
          <p14:tracePt t="1795" x="9661525" y="1908175"/>
          <p14:tracePt t="1812" x="9671050" y="1862138"/>
          <p14:tracePt t="1828" x="9607550" y="1817688"/>
          <p14:tracePt t="1845" x="9086850" y="1506538"/>
          <p14:tracePt t="1862" x="7853363" y="1114425"/>
          <p14:tracePt t="1879" x="7351713" y="1068388"/>
          <p14:tracePt t="1895" x="6164263" y="1233488"/>
          <p14:tracePt t="1912" x="5178425" y="1716088"/>
          <p14:tracePt t="1929" x="4721225" y="2100263"/>
          <p14:tracePt t="1946" x="4229100" y="2703513"/>
          <p14:tracePt t="1962" x="4073525" y="2930525"/>
          <p14:tracePt t="1979" x="3898900" y="3397250"/>
          <p14:tracePt t="1995" x="3881438" y="3798888"/>
          <p14:tracePt t="2012" x="3927475" y="3954463"/>
          <p14:tracePt t="2029" x="4090988" y="4137025"/>
          <p14:tracePt t="2045" x="4475163" y="4283075"/>
          <p14:tracePt t="2062" x="4922838" y="4300538"/>
          <p14:tracePt t="2079" x="5516563" y="4227513"/>
          <p14:tracePt t="2096" x="5726113" y="4137025"/>
          <p14:tracePt t="2096" x="6045200" y="3971925"/>
          <p14:tracePt t="2112" x="6164263" y="3862388"/>
          <p14:tracePt t="2129" x="6356350" y="3670300"/>
          <p14:tracePt t="2145" x="6410325" y="3606800"/>
          <p14:tracePt t="2162" x="6475413" y="3470275"/>
          <p14:tracePt t="2179" x="6475413" y="3297238"/>
          <p14:tracePt t="2195" x="6438900" y="3132138"/>
          <p14:tracePt t="2212" x="6256338" y="2857500"/>
          <p14:tracePt t="2229" x="5862638" y="2601913"/>
          <p14:tracePt t="2245" x="5589588" y="2511425"/>
          <p14:tracePt t="2262" x="5105400" y="2557463"/>
          <p14:tracePt t="2279" x="4922838" y="2647950"/>
          <p14:tracePt t="2279" x="4721225" y="2840038"/>
          <p14:tracePt t="2296" x="4565650" y="3005138"/>
          <p14:tracePt t="2312" x="4265613" y="3397250"/>
          <p14:tracePt t="2329" x="4192588" y="3516313"/>
          <p14:tracePt t="2346" x="4119563" y="3725863"/>
          <p14:tracePt t="2362" x="4110038" y="3917950"/>
          <p14:tracePt t="2379" x="4137025" y="3981450"/>
          <p14:tracePt t="2396" x="4210050" y="4090988"/>
          <p14:tracePt t="2413" x="4310063" y="4173538"/>
          <p14:tracePt t="2429" x="4356100" y="4200525"/>
          <p14:tracePt t="2446" x="4429125" y="4246563"/>
          <p14:tracePt t="2462" x="4456113" y="4246563"/>
          <p14:tracePt t="2495" x="4492625" y="4246563"/>
          <p14:tracePt t="5744" x="4465638" y="4246563"/>
          <p14:tracePt t="5753" x="4365625" y="4237038"/>
          <p14:tracePt t="5764" x="4256088" y="4227513"/>
          <p14:tracePt t="5773" x="4044950" y="4183063"/>
          <p14:tracePt t="5783" x="3844925" y="4164013"/>
          <p14:tracePt t="5799" x="3562350" y="4127500"/>
          <p14:tracePt t="5816" x="2886075" y="4127500"/>
          <p14:tracePt t="5832" x="2676525" y="4146550"/>
          <p14:tracePt t="5849" x="2127250" y="4273550"/>
          <p14:tracePt t="5866" x="1625600" y="4419600"/>
          <p14:tracePt t="5882" x="1406525" y="4511675"/>
          <p14:tracePt t="5900" x="1150938" y="4638675"/>
          <p14:tracePt t="5916" x="1068388" y="4711700"/>
          <p14:tracePt t="5916" x="1004888" y="4775200"/>
          <p14:tracePt t="5932" x="949325" y="4876800"/>
          <p14:tracePt t="5949" x="868363" y="5022850"/>
          <p14:tracePt t="5966" x="839788" y="5105400"/>
          <p14:tracePt t="5982" x="831850" y="5268913"/>
          <p14:tracePt t="5999" x="839788" y="5424488"/>
          <p14:tracePt t="6016" x="912813" y="5487988"/>
          <p14:tracePt t="6032" x="1068388" y="5588000"/>
          <p14:tracePt t="6049" x="1241425" y="5597525"/>
          <p14:tracePt t="6066" x="1343025" y="5570538"/>
          <p14:tracePt t="6083" x="1525588" y="5378450"/>
          <p14:tracePt t="6099" x="1635125" y="5222875"/>
          <p14:tracePt t="6116" x="1854200" y="4857750"/>
          <p14:tracePt t="6133" x="1973263" y="4575175"/>
          <p14:tracePt t="6149" x="1990725" y="4429125"/>
          <p14:tracePt t="6166" x="1990725" y="4137025"/>
          <p14:tracePt t="6183" x="1954213" y="4017963"/>
          <p14:tracePt t="6199" x="1781175" y="3808413"/>
          <p14:tracePt t="6216" x="1543050" y="3633788"/>
          <p14:tracePt t="6233" x="1177925" y="3543300"/>
          <p14:tracePt t="6249" x="1031875" y="3543300"/>
          <p14:tracePt t="6266" x="703263" y="3579813"/>
          <p14:tracePt t="6283" x="511175" y="3662363"/>
          <p14:tracePt t="6299" x="219075" y="3844925"/>
          <p14:tracePt t="6316" x="63500" y="4008438"/>
          <p14:tracePt t="6333" x="9525" y="4073525"/>
          <p14:tracePt t="6417" x="36513" y="4684713"/>
          <p14:tracePt t="6427" x="100013" y="4721225"/>
          <p14:tracePt t="6438" x="201613" y="4748213"/>
          <p14:tracePt t="6449" x="292100" y="4748213"/>
          <p14:tracePt t="6466" x="401638" y="4748213"/>
          <p14:tracePt t="6483" x="703263" y="4621213"/>
          <p14:tracePt t="6500" x="995363" y="4456113"/>
          <p14:tracePt t="6517" x="1095375" y="4402138"/>
          <p14:tracePt t="6533" x="1223963" y="4283075"/>
          <p14:tracePt t="6550" x="1296988" y="4200525"/>
          <p14:tracePt t="6566" x="1314450" y="4173538"/>
          <p14:tracePt t="6583" x="1343025" y="4117975"/>
          <p14:tracePt t="6600" x="1350963" y="4090988"/>
          <p14:tracePt t="6601" x="1350963" y="4064000"/>
          <p14:tracePt t="6616" x="1350963" y="4044950"/>
          <p14:tracePt t="6633" x="1350963" y="3981450"/>
          <p14:tracePt t="6650" x="1343025" y="3971925"/>
          <p14:tracePt t="6666" x="1314450" y="3935413"/>
          <p14:tracePt t="6684" x="1260475" y="3927475"/>
          <p14:tracePt t="6700" x="1223963" y="3917950"/>
          <p14:tracePt t="6717" x="1177925" y="3917950"/>
          <p14:tracePt t="6733" x="1160463" y="3917950"/>
          <p14:tracePt t="6750" x="1150938" y="3917950"/>
          <p14:tracePt t="6767" x="1123950" y="3954463"/>
          <p14:tracePt t="6783" x="1123950" y="3971925"/>
          <p14:tracePt t="6800" x="1114425" y="4044950"/>
          <p14:tracePt t="6817" x="1114425" y="4090988"/>
          <p14:tracePt t="6834" x="1114425" y="4110038"/>
          <p14:tracePt t="6850" x="1160463" y="4146550"/>
          <p14:tracePt t="6867" x="1250950" y="4183063"/>
          <p14:tracePt t="6883" x="1287463" y="4183063"/>
          <p14:tracePt t="6900" x="1387475" y="4183063"/>
          <p14:tracePt t="6917" x="1443038" y="4183063"/>
          <p14:tracePt t="6934" x="1579563" y="4137025"/>
          <p14:tracePt t="6950" x="1689100" y="4100513"/>
          <p14:tracePt t="6967" x="1717675" y="4090988"/>
          <p14:tracePt t="6984" x="1754188" y="4073525"/>
          <p14:tracePt t="7000" x="1771650" y="4054475"/>
          <p14:tracePt t="7040" x="1781175" y="4054475"/>
          <p14:tracePt t="7091" x="1790700" y="4054475"/>
          <p14:tracePt t="7602" x="1798638" y="4054475"/>
          <p14:tracePt t="7653" x="1808163" y="4054475"/>
          <p14:tracePt t="7695" x="1817688" y="4054475"/>
          <p14:tracePt t="7725" x="1827213" y="4054475"/>
          <p14:tracePt t="7766" x="1827213" y="4044950"/>
          <p14:tracePt t="7796" x="1835150" y="4044950"/>
          <p14:tracePt t="7858" x="1844675" y="4044950"/>
          <p14:tracePt t="8196" x="1854200" y="4044950"/>
          <p14:tracePt t="9084" x="1881188" y="4037013"/>
          <p14:tracePt t="9095" x="1908175" y="4027488"/>
          <p14:tracePt t="9106" x="1954213" y="4000500"/>
          <p14:tracePt t="9119" x="2017713" y="3981450"/>
          <p14:tracePt t="9135" x="2246313" y="3871913"/>
          <p14:tracePt t="9152" x="2501900" y="3771900"/>
          <p14:tracePt t="9169" x="2895600" y="3606800"/>
          <p14:tracePt t="9186" x="3443288" y="3397250"/>
          <p14:tracePt t="9202" x="3570288" y="3351213"/>
          <p14:tracePt t="9219" x="3781425" y="3260725"/>
          <p14:tracePt t="9236" x="3881438" y="3232150"/>
          <p14:tracePt t="9236" x="3963988" y="3205163"/>
          <p14:tracePt t="9252" x="4073525" y="3195638"/>
          <p14:tracePt t="9269" x="4246563" y="3168650"/>
          <p14:tracePt t="9286" x="4319588" y="3159125"/>
          <p14:tracePt t="9303" x="4492625" y="3114675"/>
          <p14:tracePt t="9319" x="4630738" y="3078163"/>
          <p14:tracePt t="9336" x="4730750" y="3049588"/>
          <p14:tracePt t="9353" x="4867275" y="2995613"/>
          <p14:tracePt t="9369" x="4913313" y="2976563"/>
          <p14:tracePt t="9386" x="4949825" y="2949575"/>
          <p14:tracePt t="9402" x="5005388" y="2930525"/>
          <p14:tracePt t="9419" x="5005388" y="2922588"/>
          <p14:tracePt t="9436" x="5032375" y="2903538"/>
          <p14:tracePt t="9452" x="5049838" y="2886075"/>
          <p14:tracePt t="9469" x="5059363" y="2886075"/>
          <p14:tracePt t="9486" x="5068888" y="2886075"/>
          <p14:tracePt t="9503" x="5068888" y="2876550"/>
          <p14:tracePt t="9524" x="5078413" y="2876550"/>
          <p14:tracePt t="9799" x="5068888" y="2876550"/>
          <p14:tracePt t="9819" x="5059363" y="2876550"/>
          <p14:tracePt t="9841" x="5049838" y="2876550"/>
          <p14:tracePt t="9861" x="5041900" y="2876550"/>
          <p14:tracePt t="9870" x="5032375" y="2876550"/>
          <p14:tracePt t="9891" x="5022850" y="2876550"/>
          <p14:tracePt t="9912" x="5022850" y="2886075"/>
          <p14:tracePt t="9921" x="5013325" y="2886075"/>
          <p14:tracePt t="9932" x="5005388" y="2894013"/>
          <p14:tracePt t="9942" x="4995863" y="2894013"/>
          <p14:tracePt t="9963" x="4986338" y="2903538"/>
          <p14:tracePt t="9974" x="4976813" y="2903538"/>
          <p14:tracePt t="9987" x="4968875" y="2913063"/>
          <p14:tracePt t="10003" x="4940300" y="2922588"/>
          <p14:tracePt t="10020" x="4932363" y="2922588"/>
          <p14:tracePt t="10036" x="4886325" y="2930525"/>
          <p14:tracePt t="10055" x="4867275" y="2940050"/>
          <p14:tracePt t="10070" x="4857750" y="2940050"/>
          <p14:tracePt t="10087" x="4849813" y="2940050"/>
          <p14:tracePt t="10104" x="4840288" y="2940050"/>
          <p14:tracePt t="10120" x="4840288" y="2949575"/>
          <p14:tracePt t="10136" x="4830763" y="2949575"/>
          <p14:tracePt t="10187" x="4821238" y="2949575"/>
          <p14:tracePt t="10217" x="4821238" y="2959100"/>
          <p14:tracePt t="10238" x="4813300" y="2959100"/>
          <p14:tracePt t="10249" x="4803775" y="2959100"/>
          <p14:tracePt t="10260" x="4794250" y="2968625"/>
          <p14:tracePt t="10270" x="4784725" y="2968625"/>
          <p14:tracePt t="10287" x="4748213" y="2976563"/>
          <p14:tracePt t="10303" x="4675188" y="3013075"/>
          <p14:tracePt t="10320" x="4538663" y="3049588"/>
          <p14:tracePt t="10337" x="4484688" y="3059113"/>
          <p14:tracePt t="10354" x="4365625" y="3086100"/>
          <p14:tracePt t="10370" x="4319588" y="3086100"/>
          <p14:tracePt t="10371" x="4265613" y="3086100"/>
          <p14:tracePt t="10387" x="4229100" y="3086100"/>
          <p14:tracePt t="10403" x="4164013" y="3068638"/>
          <p14:tracePt t="10420" x="4146550" y="3059113"/>
          <p14:tracePt t="10437" x="4119563" y="3032125"/>
          <p14:tracePt t="10454" x="4090988" y="3005138"/>
          <p14:tracePt t="10470" x="4073525" y="2986088"/>
          <p14:tracePt t="10487" x="4064000" y="2968625"/>
          <p14:tracePt t="10504" x="4054475" y="2959100"/>
          <p14:tracePt t="10520" x="4054475" y="2949575"/>
          <p14:tracePt t="10537" x="4054475" y="2940050"/>
          <p14:tracePt t="10555" x="4044950" y="2940050"/>
          <p14:tracePt t="10882" x="4044950" y="2959100"/>
          <p14:tracePt t="10892" x="4044950" y="2986088"/>
          <p14:tracePt t="10902" x="4044950" y="3041650"/>
          <p14:tracePt t="10913" x="4027488" y="3086100"/>
          <p14:tracePt t="10922" x="4027488" y="3141663"/>
          <p14:tracePt t="10937" x="4027488" y="3168650"/>
          <p14:tracePt t="10954" x="4027488" y="3205163"/>
          <p14:tracePt t="10954" x="4027488" y="3251200"/>
          <p14:tracePt t="10971" x="4027488" y="3305175"/>
          <p14:tracePt t="10988" x="4054475" y="3424238"/>
          <p14:tracePt t="11004" x="4110038" y="3570288"/>
          <p14:tracePt t="11021" x="4146550" y="3633788"/>
          <p14:tracePt t="11038" x="4192588" y="3706813"/>
          <p14:tracePt t="11054" x="4200525" y="3725863"/>
          <p14:tracePt t="11071" x="4219575" y="3762375"/>
          <p14:tracePt t="11088" x="4229100" y="3771900"/>
          <p14:tracePt t="11104" x="4237038" y="3779838"/>
          <p14:tracePt t="11121" x="4237038" y="3789363"/>
          <p14:tracePt t="11149" x="4246563" y="3789363"/>
          <p14:tracePt t="12603" x="4265613" y="3771900"/>
          <p14:tracePt t="12613" x="4302125" y="3716338"/>
          <p14:tracePt t="12624" x="4346575" y="3670300"/>
          <p14:tracePt t="12633" x="4429125" y="3579813"/>
          <p14:tracePt t="12644" x="4584700" y="3470275"/>
          <p14:tracePt t="12656" x="4721225" y="3370263"/>
          <p14:tracePt t="12673" x="4949825" y="3260725"/>
          <p14:tracePt t="12689" x="5451475" y="2995613"/>
          <p14:tracePt t="12706" x="6064250" y="2657475"/>
          <p14:tracePt t="12722" x="6256338" y="2520950"/>
          <p14:tracePt t="12739" x="6711950" y="2200275"/>
          <p14:tracePt t="12756" x="7086600" y="1935163"/>
          <p14:tracePt t="12773" x="7223125" y="1825625"/>
          <p14:tracePt t="12789" x="7415213" y="1689100"/>
          <p14:tracePt t="12806" x="7597775" y="1525588"/>
          <p14:tracePt t="12823" x="7680325" y="1443038"/>
          <p14:tracePt t="12839" x="7853363" y="1260475"/>
          <p14:tracePt t="12856" x="7926388" y="1187450"/>
          <p14:tracePt t="12873" x="8045450" y="1041400"/>
          <p14:tracePt t="12889" x="8091488" y="985838"/>
          <p14:tracePt t="12890" x="8154988" y="949325"/>
          <p14:tracePt t="12906" x="8210550" y="912813"/>
          <p14:tracePt t="12922" x="8329613" y="849313"/>
          <p14:tracePt t="12939" x="8447088" y="793750"/>
          <p14:tracePt t="12956" x="8593138" y="730250"/>
          <p14:tracePt t="12973" x="8666163" y="684213"/>
          <p14:tracePt t="12989" x="8685213" y="666750"/>
          <p14:tracePt t="13006" x="8712200" y="657225"/>
          <p14:tracePt t="13023" x="8712200" y="647700"/>
          <p14:tracePt t="13145" x="8712200" y="639763"/>
          <p14:tracePt t="13165" x="8702675" y="630238"/>
          <p14:tracePt t="13177" x="8694738" y="630238"/>
          <p14:tracePt t="13186" x="8685213" y="630238"/>
          <p14:tracePt t="13195" x="8666163" y="620713"/>
          <p14:tracePt t="13206" x="8658225" y="611188"/>
          <p14:tracePt t="13223" x="8639175" y="611188"/>
          <p14:tracePt t="13240" x="8612188" y="584200"/>
          <p14:tracePt t="13256" x="8575675" y="566738"/>
          <p14:tracePt t="13273" x="8548688" y="557213"/>
          <p14:tracePt t="13290" x="8466138" y="538163"/>
          <p14:tracePt t="13306" x="8420100" y="538163"/>
          <p14:tracePt t="19822" x="8118475" y="630238"/>
          <p14:tracePt t="19834" x="8008938" y="730250"/>
          <p14:tracePt t="19843" x="7872413" y="822325"/>
          <p14:tracePt t="19853" x="7643813" y="958850"/>
          <p14:tracePt t="19864" x="7451725" y="1104900"/>
          <p14:tracePt t="19880" x="7196138" y="1260475"/>
          <p14:tracePt t="19896" x="6784975" y="1635125"/>
          <p14:tracePt t="19913" x="6611938" y="1789113"/>
          <p14:tracePt t="19914" x="6410325" y="1973263"/>
          <p14:tracePt t="19930" x="6300788" y="2090738"/>
          <p14:tracePt t="19946" x="6073775" y="2355850"/>
          <p14:tracePt t="19963" x="6000750" y="2501900"/>
          <p14:tracePt t="19980" x="5908675" y="2647950"/>
          <p14:tracePt t="19996" x="5854700" y="2776538"/>
          <p14:tracePt t="20013" x="5826125" y="2849563"/>
          <p14:tracePt t="20030" x="5772150" y="3032125"/>
          <p14:tracePt t="20046" x="5772150" y="3159125"/>
          <p14:tracePt t="20063" x="5762625" y="3287713"/>
          <p14:tracePt t="20080" x="5762625" y="3370263"/>
          <p14:tracePt t="20096" x="5762625" y="3397250"/>
          <p14:tracePt t="20113" x="5762625" y="3451225"/>
          <p14:tracePt t="20130" x="5772150" y="3487738"/>
          <p14:tracePt t="20146" x="5772150" y="3506788"/>
          <p14:tracePt t="20163" x="5789613" y="3560763"/>
          <p14:tracePt t="20180" x="5799138" y="3589338"/>
          <p14:tracePt t="20196" x="5799138" y="3616325"/>
          <p14:tracePt t="20213" x="5808663" y="3633788"/>
          <p14:tracePt t="20230" x="5808663" y="3643313"/>
          <p14:tracePt t="20231" x="5808663" y="3652838"/>
          <p14:tracePt t="20247" x="5808663" y="3670300"/>
          <p14:tracePt t="20263" x="5808663" y="3716338"/>
          <p14:tracePt t="20280" x="5808663" y="3735388"/>
          <p14:tracePt t="20297" x="5799138" y="3771900"/>
          <p14:tracePt t="20313" x="5789613" y="3798888"/>
          <p14:tracePt t="20330" x="5789613" y="3808413"/>
          <p14:tracePt t="20347" x="5789613" y="3816350"/>
          <p14:tracePt t="20374" x="5789613" y="3825875"/>
          <p14:tracePt t="20404" x="5781675" y="3825875"/>
          <p14:tracePt t="20537" x="5781675" y="3798888"/>
          <p14:tracePt t="20547" x="5781675" y="3771900"/>
          <p14:tracePt t="20558" x="5762625" y="3706813"/>
          <p14:tracePt t="20568" x="5762625" y="3616325"/>
          <p14:tracePt t="20580" x="5753100" y="3579813"/>
          <p14:tracePt t="20597" x="5745163" y="3516313"/>
          <p14:tracePt t="20614" x="5726113" y="3460750"/>
          <p14:tracePt t="20630" x="5708650" y="3433763"/>
          <p14:tracePt t="20647" x="5699125" y="3424238"/>
          <p14:tracePt t="20664" x="5662613" y="3406775"/>
          <p14:tracePt t="20680" x="5643563" y="3406775"/>
          <p14:tracePt t="20681" x="5626100" y="3406775"/>
          <p14:tracePt t="20697" x="5607050" y="3414713"/>
          <p14:tracePt t="20714" x="5561013" y="3506788"/>
          <p14:tracePt t="20730" x="5543550" y="3552825"/>
          <p14:tracePt t="20731" x="5516563" y="3616325"/>
          <p14:tracePt t="20747" x="5507038" y="3652838"/>
          <p14:tracePt t="20764" x="5487988" y="3725863"/>
          <p14:tracePt t="20780" x="5487988" y="3771900"/>
          <p14:tracePt t="20797" x="5480050" y="3816350"/>
          <p14:tracePt t="20814" x="5480050" y="3871913"/>
          <p14:tracePt t="20831" x="5480050" y="3889375"/>
          <p14:tracePt t="20847" x="5480050" y="3917950"/>
          <p14:tracePt t="20864" x="5480050" y="3927475"/>
          <p14:tracePt t="20881" x="5497513" y="3927475"/>
          <p14:tracePt t="20897" x="5524500" y="3917950"/>
          <p14:tracePt t="20914" x="5580063" y="3825875"/>
          <p14:tracePt t="20931" x="5699125" y="3533775"/>
          <p14:tracePt t="20947" x="5753100" y="3378200"/>
          <p14:tracePt t="20964" x="5753100" y="3333750"/>
          <p14:tracePt t="20981" x="5753100" y="3278188"/>
          <p14:tracePt t="20997" x="5753100" y="3232150"/>
          <p14:tracePt t="21014" x="5753100" y="3214688"/>
          <p14:tracePt t="21031" x="5735638" y="3205163"/>
          <p14:tracePt t="21047" x="5716588" y="3187700"/>
          <p14:tracePt t="21049" x="5708650" y="3187700"/>
          <p14:tracePt t="21064" x="5689600" y="3187700"/>
          <p14:tracePt t="21081" x="5653088" y="3187700"/>
          <p14:tracePt t="21097" x="5616575" y="3224213"/>
          <p14:tracePt t="21114" x="5543550" y="3351213"/>
          <p14:tracePt t="21131" x="5461000" y="3516313"/>
          <p14:tracePt t="21147" x="5434013" y="3570288"/>
          <p14:tracePt t="21164" x="5397500" y="3679825"/>
          <p14:tracePt t="21181" x="5387975" y="3752850"/>
          <p14:tracePt t="21198" x="5378450" y="3771900"/>
          <p14:tracePt t="21214" x="5378450" y="3789363"/>
          <p14:tracePt t="21231" x="5378450" y="3798888"/>
          <p14:tracePt t="21247" x="5378450" y="3808413"/>
          <p14:tracePt t="21264" x="5387975" y="3808413"/>
          <p14:tracePt t="21281" x="5397500" y="3808413"/>
          <p14:tracePt t="21297" x="5414963" y="3808413"/>
          <p14:tracePt t="21314" x="5434013" y="3771900"/>
          <p14:tracePt t="21331" x="5443538" y="3752850"/>
          <p14:tracePt t="21348" x="5470525" y="3698875"/>
          <p14:tracePt t="21364" x="5470525" y="3679825"/>
          <p14:tracePt t="21381" x="5470525" y="3662363"/>
          <p14:tracePt t="21397" x="5470525" y="3643313"/>
          <p14:tracePt t="21414" x="5480050" y="3633788"/>
          <p14:tracePt t="21431" x="5480050" y="3625850"/>
          <p14:tracePt t="21448" x="5480050" y="3616325"/>
          <p14:tracePt t="21539" x="5480050" y="3606800"/>
          <p14:tracePt t="22672" x="5480050" y="3597275"/>
          <p14:tracePt t="22683" x="5480050" y="3589338"/>
          <p14:tracePt t="22693" x="5497513" y="3579813"/>
          <p14:tracePt t="22703" x="5516563" y="3570288"/>
          <p14:tracePt t="22716" x="5534025" y="3552825"/>
          <p14:tracePt t="22732" x="5561013" y="3533775"/>
          <p14:tracePt t="22749" x="5597525" y="3487738"/>
          <p14:tracePt t="22766" x="5634038" y="3470275"/>
          <p14:tracePt t="22782" x="5653088" y="3460750"/>
          <p14:tracePt t="22799" x="5670550" y="3460750"/>
          <p14:tracePt t="22815" x="5689600" y="3433763"/>
          <p14:tracePt t="22832" x="5708650" y="3424238"/>
          <p14:tracePt t="22849" x="5735638" y="3397250"/>
          <p14:tracePt t="22866" x="5762625" y="3378200"/>
          <p14:tracePt t="22883" x="5762625" y="3370263"/>
          <p14:tracePt t="22899" x="5781675" y="3351213"/>
          <p14:tracePt t="22916" x="5781675" y="3341688"/>
          <p14:tracePt t="22933" x="5808663" y="3324225"/>
          <p14:tracePt t="22949" x="5835650" y="3268663"/>
          <p14:tracePt t="22966" x="5872163" y="3224213"/>
          <p14:tracePt t="22983" x="5964238" y="3095625"/>
          <p14:tracePt t="22999" x="6081713" y="2959100"/>
          <p14:tracePt t="23016" x="6154738" y="2876550"/>
          <p14:tracePt t="23033" x="6273800" y="2730500"/>
          <p14:tracePt t="23049" x="6337300" y="2667000"/>
          <p14:tracePt t="23066" x="6502400" y="2474913"/>
          <p14:tracePt t="23083" x="6684963" y="2292350"/>
          <p14:tracePt t="23099" x="6794500" y="2163763"/>
          <p14:tracePt t="23116" x="6950075" y="1981200"/>
          <p14:tracePt t="23133" x="7086600" y="1798638"/>
          <p14:tracePt t="23149" x="7178675" y="1679575"/>
          <p14:tracePt t="23166" x="7434263" y="1350963"/>
          <p14:tracePt t="23183" x="7597775" y="1150938"/>
          <p14:tracePt t="23199" x="7908925" y="785813"/>
          <p14:tracePt t="23245" x="8410575" y="301625"/>
          <p14:tracePt t="23256" x="8439150" y="265113"/>
          <p14:tracePt t="23265" x="8483600" y="246063"/>
          <p14:tracePt t="23275" x="8502650" y="238125"/>
          <p14:tracePt t="23285" x="8520113" y="219075"/>
          <p14:tracePt t="23299" x="8539163" y="209550"/>
          <p14:tracePt t="23316" x="8585200" y="182563"/>
          <p14:tracePt t="23333" x="8602663" y="173038"/>
          <p14:tracePt t="23349" x="8621713" y="165100"/>
          <p14:tracePt t="23366" x="8629650" y="155575"/>
          <p14:tracePt t="23367" x="8648700" y="136525"/>
          <p14:tracePt t="23383" x="8658225" y="136525"/>
          <p14:tracePt t="23400" x="8658225" y="128588"/>
          <p14:tracePt t="23612" x="8648700" y="128588"/>
          <p14:tracePt t="23622" x="8621713" y="155575"/>
          <p14:tracePt t="23633" x="8593138" y="192088"/>
          <p14:tracePt t="23642" x="8548688" y="219075"/>
          <p14:tracePt t="23655" x="8520113" y="255588"/>
          <p14:tracePt t="23667" x="8475663" y="301625"/>
          <p14:tracePt t="23683" x="8420100" y="338138"/>
          <p14:tracePt t="23836" x="8081963" y="620713"/>
          <p14:tracePt t="23847" x="8072438" y="620713"/>
          <p14:tracePt t="23868" x="8064500" y="620713"/>
          <p14:tracePt t="23877" x="8064500" y="630238"/>
          <p14:tracePt t="24041" x="8064500" y="620713"/>
          <p14:tracePt t="29503" x="8174038" y="647700"/>
          <p14:tracePt t="29513" x="8101013" y="766763"/>
          <p14:tracePt t="29523" x="7981950" y="968375"/>
          <p14:tracePt t="29539" x="7872413" y="1123950"/>
          <p14:tracePt t="29556" x="7699375" y="1470025"/>
          <p14:tracePt t="29572" x="7597775" y="1689100"/>
          <p14:tracePt t="29589" x="7480300" y="1963738"/>
          <p14:tracePt t="29605" x="7434263" y="2119313"/>
          <p14:tracePt t="29623" x="7434263" y="2192338"/>
          <p14:tracePt t="29639" x="7424738" y="2265363"/>
          <p14:tracePt t="29656" x="7424738" y="2309813"/>
          <p14:tracePt t="29672" x="7424738" y="2328863"/>
          <p14:tracePt t="29689" x="7424738" y="2346325"/>
          <p14:tracePt t="29706" x="7424738" y="2365375"/>
          <p14:tracePt t="29706" x="7424738" y="2382838"/>
          <p14:tracePt t="29722" x="7424738" y="2419350"/>
          <p14:tracePt t="29739" x="7470775" y="2474913"/>
          <p14:tracePt t="29756" x="7488238" y="2511425"/>
          <p14:tracePt t="29773" x="7580313" y="2557463"/>
          <p14:tracePt t="29789" x="7680325" y="2584450"/>
          <p14:tracePt t="29806" x="7743825" y="2601913"/>
          <p14:tracePt t="29822" x="7826375" y="2620963"/>
          <p14:tracePt t="29840" x="7918450" y="2638425"/>
          <p14:tracePt t="29856" x="7935913" y="2647950"/>
          <p14:tracePt t="29873" x="7972425" y="2667000"/>
          <p14:tracePt t="29889" x="7999413" y="2674938"/>
          <p14:tracePt t="29890" x="8018463" y="2684463"/>
          <p14:tracePt t="29906" x="8045450" y="2693988"/>
          <p14:tracePt t="29923" x="8081963" y="2711450"/>
          <p14:tracePt t="29939" x="8101013" y="2711450"/>
          <p14:tracePt t="29956" x="8128000" y="2711450"/>
          <p14:tracePt t="29973" x="8137525" y="2711450"/>
          <p14:tracePt t="30044" x="8128000" y="2720975"/>
          <p14:tracePt t="30054" x="8108950" y="2720975"/>
          <p14:tracePt t="30064" x="8091488" y="2730500"/>
          <p14:tracePt t="30075" x="8072438" y="2730500"/>
          <p14:tracePt t="30090" x="8045450" y="2740025"/>
          <p14:tracePt t="30106" x="7991475" y="2747963"/>
          <p14:tracePt t="30123" x="7962900" y="2767013"/>
          <p14:tracePt t="30139" x="7918450" y="2776538"/>
          <p14:tracePt t="30156" x="7872413" y="2794000"/>
          <p14:tracePt t="30173" x="7845425" y="2803525"/>
          <p14:tracePt t="30190" x="7808913" y="2830513"/>
          <p14:tracePt t="30206" x="7799388" y="2857500"/>
          <p14:tracePt t="30223" x="7753350" y="2976563"/>
          <p14:tracePt t="30240" x="7743825" y="3059113"/>
          <p14:tracePt t="30256" x="7743825" y="3078163"/>
          <p14:tracePt t="30273" x="7743825" y="3122613"/>
          <p14:tracePt t="30290" x="7789863" y="3168650"/>
          <p14:tracePt t="30306" x="7862888" y="3178175"/>
          <p14:tracePt t="30323" x="8018463" y="3195638"/>
          <p14:tracePt t="30340" x="8201025" y="3159125"/>
          <p14:tracePt t="30356" x="8283575" y="3132138"/>
          <p14:tracePt t="30373" x="8383588" y="3059113"/>
          <p14:tracePt t="30390" x="8402638" y="3032125"/>
          <p14:tracePt t="30407" x="8420100" y="2940050"/>
          <p14:tracePt t="30423" x="8393113" y="2820988"/>
          <p14:tracePt t="30440" x="8356600" y="2776538"/>
          <p14:tracePt t="30456" x="8201025" y="2638425"/>
          <p14:tracePt t="30473" x="7881938" y="2484438"/>
          <p14:tracePt t="30490" x="7716838" y="2465388"/>
          <p14:tracePt t="30507" x="7480300" y="2465388"/>
          <p14:tracePt t="30523" x="7378700" y="2501900"/>
          <p14:tracePt t="30524" x="7278688" y="2557463"/>
          <p14:tracePt t="30540" x="7223125" y="2620963"/>
          <p14:tracePt t="30557" x="7113588" y="2803525"/>
          <p14:tracePt t="30573" x="7086600" y="2903538"/>
          <p14:tracePt t="30590" x="7077075" y="3086100"/>
          <p14:tracePt t="30607" x="7086600" y="3205163"/>
          <p14:tracePt t="30624" x="7105650" y="3241675"/>
          <p14:tracePt t="30640" x="7196138" y="3333750"/>
          <p14:tracePt t="30657" x="7461250" y="3387725"/>
          <p14:tracePt t="30673" x="7589838" y="3387725"/>
          <p14:tracePt t="30690" x="7826375" y="3341688"/>
          <p14:tracePt t="30707" x="7972425" y="3268663"/>
          <p14:tracePt t="30723" x="8045450" y="3214688"/>
          <p14:tracePt t="30740" x="8091488" y="3132138"/>
          <p14:tracePt t="30757" x="8108950" y="3095625"/>
          <p14:tracePt t="30773" x="8118475" y="3022600"/>
          <p14:tracePt t="30790" x="8108950" y="2959100"/>
          <p14:tracePt t="30807" x="8091488" y="2930525"/>
          <p14:tracePt t="30824" x="8035925" y="2876550"/>
          <p14:tracePt t="30841" x="7908925" y="2820988"/>
          <p14:tracePt t="30857" x="7853363" y="2803525"/>
          <p14:tracePt t="30874" x="7735888" y="2794000"/>
          <p14:tracePt t="30892" x="7662863" y="2794000"/>
          <p14:tracePt t="30907" x="7653338" y="2794000"/>
          <p14:tracePt t="30924" x="7634288" y="2794000"/>
          <p14:tracePt t="30940" x="7626350" y="2794000"/>
          <p14:tracePt t="30957" x="7607300" y="2794000"/>
          <p14:tracePt t="30974" x="7597775" y="2803525"/>
          <p14:tracePt t="30990" x="7597775" y="2813050"/>
          <p14:tracePt t="35261" x="7597775" y="2820988"/>
          <p14:tracePt t="35271" x="7616825" y="2849563"/>
          <p14:tracePt t="35282" x="7643813" y="2876550"/>
          <p14:tracePt t="35295" x="7680325" y="2913063"/>
          <p14:tracePt t="35311" x="7789863" y="3013075"/>
          <p14:tracePt t="35328" x="7889875" y="3068638"/>
          <p14:tracePt t="35345" x="8164513" y="3214688"/>
          <p14:tracePt t="35361" x="8256588" y="3268663"/>
          <p14:tracePt t="35378" x="8475663" y="3370263"/>
          <p14:tracePt t="35395" x="8666163" y="3424238"/>
          <p14:tracePt t="35411" x="8775700" y="3460750"/>
          <p14:tracePt t="35428" x="8877300" y="3470275"/>
          <p14:tracePt t="35445" x="8913813" y="3470275"/>
          <p14:tracePt t="35462" x="8921750" y="3470275"/>
          <p14:tracePt t="35478" x="8931275" y="3470275"/>
          <p14:tracePt t="35495" x="8931275" y="3451225"/>
          <p14:tracePt t="35512" x="8913813" y="3424238"/>
          <p14:tracePt t="35528" x="8794750" y="3333750"/>
          <p14:tracePt t="35545" x="8685213" y="3305175"/>
          <p14:tracePt t="35562" x="8475663" y="3287713"/>
          <p14:tracePt t="35578" x="8274050" y="3424238"/>
          <p14:tracePt t="35595" x="8191500" y="3516313"/>
          <p14:tracePt t="35612" x="8064500" y="3698875"/>
          <p14:tracePt t="35628" x="8018463" y="3789363"/>
          <p14:tracePt t="35645" x="7999413" y="3816350"/>
          <p14:tracePt t="35662" x="7999413" y="3881438"/>
          <p14:tracePt t="35678" x="7999413" y="3898900"/>
          <p14:tracePt t="35695" x="7999413" y="3917950"/>
          <p14:tracePt t="35712" x="8054975" y="3935413"/>
          <p14:tracePt t="35728" x="8091488" y="3954463"/>
          <p14:tracePt t="35745" x="8210550" y="3954463"/>
          <p14:tracePt t="35762" x="8293100" y="3944938"/>
          <p14:tracePt t="35778" x="8310563" y="3927475"/>
          <p14:tracePt t="35795" x="8374063" y="3852863"/>
          <p14:tracePt t="35812" x="8466138" y="3633788"/>
          <p14:tracePt t="35828" x="8493125" y="3524250"/>
          <p14:tracePt t="35845" x="8566150" y="3205163"/>
          <p14:tracePt t="35862" x="8612188" y="3041650"/>
          <p14:tracePt t="35863" x="8629650" y="2876550"/>
          <p14:tracePt t="35879" x="8658225" y="2711450"/>
          <p14:tracePt t="35895" x="8666163" y="2538413"/>
          <p14:tracePt t="35912" x="8685213" y="2484438"/>
          <p14:tracePt t="35928" x="8685213" y="2346325"/>
          <p14:tracePt t="35945" x="8685213" y="2273300"/>
          <p14:tracePt t="35946" x="8685213" y="2219325"/>
          <p14:tracePt t="35962" x="8675688" y="2146300"/>
          <p14:tracePt t="35979" x="8648700" y="1973263"/>
          <p14:tracePt t="35995" x="8629650" y="1908175"/>
          <p14:tracePt t="35996" x="8612188" y="1854200"/>
          <p14:tracePt t="36012" x="8602663" y="1817688"/>
          <p14:tracePt t="36029" x="8585200" y="1744663"/>
          <p14:tracePt t="36045" x="8575675" y="1708150"/>
          <p14:tracePt t="36062" x="8556625" y="1589088"/>
          <p14:tracePt t="36079" x="8548688" y="1443038"/>
          <p14:tracePt t="36095" x="8548688" y="1387475"/>
          <p14:tracePt t="36112" x="8548688" y="1270000"/>
          <p14:tracePt t="36129" x="8548688" y="1223963"/>
          <p14:tracePt t="36145" x="8548688" y="1204913"/>
          <p14:tracePt t="36162" x="8548688" y="1168400"/>
          <p14:tracePt t="36179" x="8548688" y="1141413"/>
          <p14:tracePt t="36195" x="8548688" y="1104900"/>
          <p14:tracePt t="36212" x="8548688" y="1068388"/>
          <p14:tracePt t="36229" x="8548688" y="1050925"/>
          <p14:tracePt t="36245" x="8548688" y="1041400"/>
          <p14:tracePt t="36263" x="8539163" y="1014413"/>
          <p14:tracePt t="36279" x="8539163" y="995363"/>
          <p14:tracePt t="36296" x="8539163" y="922338"/>
          <p14:tracePt t="36312" x="8529638" y="866775"/>
          <p14:tracePt t="36329" x="8529638" y="839788"/>
          <p14:tracePt t="36346" x="8529638" y="803275"/>
          <p14:tracePt t="36362" x="8529638" y="793750"/>
          <p14:tracePt t="36379" x="8520113" y="776288"/>
          <p14:tracePt t="36396" x="8520113" y="757238"/>
          <p14:tracePt t="36412" x="8512175" y="757238"/>
          <p14:tracePt t="36435" x="8502650" y="749300"/>
          <p14:tracePt t="36446" x="8493125" y="739775"/>
          <p14:tracePt t="36462" x="8483600" y="730250"/>
          <p14:tracePt t="36479" x="8466138" y="712788"/>
          <p14:tracePt t="36496" x="8439150" y="684213"/>
          <p14:tracePt t="36513" x="8420100" y="666750"/>
          <p14:tracePt t="36529" x="8402638" y="611188"/>
          <p14:tracePt t="39642" x="8264525" y="703263"/>
          <p14:tracePt t="39653" x="8264525" y="866775"/>
          <p14:tracePt t="39663" x="8293100" y="1177925"/>
          <p14:tracePt t="39673" x="8329613" y="1370013"/>
          <p14:tracePt t="39683" x="8393113" y="1579563"/>
          <p14:tracePt t="39699" x="8447088" y="1698625"/>
          <p14:tracePt t="39715" x="8566150" y="1917700"/>
          <p14:tracePt t="39732" x="8658225" y="2046288"/>
          <p14:tracePt t="39749" x="8748713" y="2192338"/>
          <p14:tracePt t="39766" x="8821738" y="2309813"/>
          <p14:tracePt t="39782" x="8840788" y="2338388"/>
          <p14:tracePt t="39799" x="8885238" y="2374900"/>
          <p14:tracePt t="39816" x="8921750" y="2419350"/>
          <p14:tracePt t="39832" x="8940800" y="2428875"/>
          <p14:tracePt t="39849" x="8986838" y="2465388"/>
          <p14:tracePt t="39866" x="9013825" y="2474913"/>
          <p14:tracePt t="39882" x="9032875" y="2492375"/>
          <p14:tracePt t="39899" x="9040813" y="2492375"/>
          <p14:tracePt t="39916" x="9050338" y="2492375"/>
          <p14:tracePt t="39932" x="9050338" y="2501900"/>
          <p14:tracePt t="40030" x="9050338" y="2511425"/>
          <p14:tracePt t="40756" x="9050338" y="2520950"/>
          <p14:tracePt t="40765" x="9050338" y="2557463"/>
          <p14:tracePt t="40776" x="9050338" y="2611438"/>
          <p14:tracePt t="40787" x="9050338" y="2684463"/>
          <p14:tracePt t="40800" x="9069388" y="2794000"/>
          <p14:tracePt t="40817" x="9123363" y="2986088"/>
          <p14:tracePt t="40833" x="9159875" y="3068638"/>
          <p14:tracePt t="40850" x="9269413" y="3232150"/>
          <p14:tracePt t="40867" x="9434513" y="3360738"/>
          <p14:tracePt t="40883" x="9680575" y="3524250"/>
          <p14:tracePt t="40900" x="9982200" y="3625850"/>
          <p14:tracePt t="40917" x="10109200" y="3643313"/>
          <p14:tracePt t="40933" x="10356850" y="3643313"/>
          <p14:tracePt t="40950" x="10456863" y="3643313"/>
          <p14:tracePt t="40967" x="10474325" y="3625850"/>
          <p14:tracePt t="40984" x="10510838" y="3570288"/>
          <p14:tracePt t="41000" x="10529888" y="3524250"/>
          <p14:tracePt t="41001" x="10529888" y="3487738"/>
          <p14:tracePt t="41017" x="10529888" y="3414713"/>
          <p14:tracePt t="41034" x="10474325" y="3278188"/>
          <p14:tracePt t="41050" x="10401300" y="3224213"/>
          <p14:tracePt t="41067" x="10274300" y="3151188"/>
          <p14:tracePt t="41084" x="10164763" y="3132138"/>
          <p14:tracePt t="41100" x="10101263" y="3132138"/>
          <p14:tracePt t="41117" x="9972675" y="3205163"/>
          <p14:tracePt t="41133" x="9845675" y="3297238"/>
          <p14:tracePt t="41150" x="9826625" y="3314700"/>
          <p14:tracePt t="41167" x="9790113" y="3341688"/>
          <p14:tracePt t="41184" x="9780588" y="3351213"/>
          <p14:tracePt t="41200" x="9763125" y="3360738"/>
          <p14:tracePt t="41217" x="9753600" y="3370263"/>
          <p14:tracePt t="41234" x="9753600" y="3378200"/>
          <p14:tracePt t="41250" x="9753600" y="3397250"/>
          <p14:tracePt t="41267" x="9753600" y="3406775"/>
          <p14:tracePt t="41284" x="9753600" y="3414713"/>
          <p14:tracePt t="42012" x="9744075" y="3414713"/>
          <p14:tracePt t="45405" x="9734550" y="3397250"/>
          <p14:tracePt t="45415" x="9698038" y="3341688"/>
          <p14:tracePt t="45426" x="9525000" y="3078163"/>
          <p14:tracePt t="45438" x="9361488" y="2757488"/>
          <p14:tracePt t="45455" x="9086850" y="2319338"/>
          <p14:tracePt t="45455" x="8904288" y="1963738"/>
          <p14:tracePt t="45471" x="8685213" y="1460500"/>
          <p14:tracePt t="45488" x="8539163" y="1095375"/>
          <p14:tracePt t="45505" x="8493125" y="968375"/>
          <p14:tracePt t="45521" x="8439150" y="757238"/>
          <p14:tracePt t="45538" x="8402638" y="603250"/>
          <p14:tracePt t="48030" x="8429625" y="620713"/>
          <p14:tracePt t="48039" x="8548688" y="757238"/>
          <p14:tracePt t="48050" x="8794750" y="1014413"/>
          <p14:tracePt t="48060" x="9096375" y="1360488"/>
          <p14:tracePt t="48074" x="9461500" y="1844675"/>
          <p14:tracePt t="48091" x="10064750" y="2428875"/>
          <p14:tracePt t="48107" x="10228263" y="2574925"/>
          <p14:tracePt t="48124" x="10612438" y="2903538"/>
          <p14:tracePt t="48141" x="10821988" y="3059113"/>
          <p14:tracePt t="48141" x="10950575" y="3151188"/>
          <p14:tracePt t="48157" x="11104563" y="3241675"/>
          <p14:tracePt t="48174" x="11342688" y="3360738"/>
          <p14:tracePt t="48191" x="11415713" y="3378200"/>
          <p14:tracePt t="48207" x="11525250" y="3397250"/>
          <p14:tracePt t="48224" x="11561763" y="3397250"/>
          <p14:tracePt t="48240" x="11571288" y="3341688"/>
          <p14:tracePt t="48257" x="11552238" y="3159125"/>
          <p14:tracePt t="48274" x="11452225" y="2903538"/>
          <p14:tracePt t="48290" x="11360150" y="2820988"/>
          <p14:tracePt t="48307" x="11104563" y="2630488"/>
          <p14:tracePt t="48324" x="11031538" y="2584450"/>
          <p14:tracePt t="48325" x="10931525" y="2557463"/>
          <p14:tracePt t="48341" x="10877550" y="2557463"/>
          <p14:tracePt t="48357" x="10721975" y="2593975"/>
          <p14:tracePt t="48374" x="10658475" y="2630488"/>
          <p14:tracePt t="48391" x="10556875" y="2711450"/>
          <p14:tracePt t="48407" x="10483850" y="2940050"/>
          <p14:tracePt t="48424" x="10474325" y="3059113"/>
          <p14:tracePt t="48441" x="10474325" y="3205163"/>
          <p14:tracePt t="48458" x="10493375" y="3287713"/>
          <p14:tracePt t="48474" x="10529888" y="3324225"/>
          <p14:tracePt t="48491" x="10602913" y="3387725"/>
          <p14:tracePt t="48507" x="10685463" y="3414713"/>
          <p14:tracePt t="48524" x="10914063" y="3470275"/>
          <p14:tracePt t="48541" x="11133138" y="3470275"/>
          <p14:tracePt t="48558" x="11206163" y="3470275"/>
          <p14:tracePt t="48574" x="11279188" y="3443288"/>
          <p14:tracePt t="48591" x="11352213" y="3341688"/>
          <p14:tracePt t="48608" x="11379200" y="3232150"/>
          <p14:tracePt t="48624" x="11406188" y="3078163"/>
          <p14:tracePt t="48641" x="11406188" y="3041650"/>
          <p14:tracePt t="48642" x="11406188" y="2995613"/>
          <p14:tracePt t="48658" x="11406188" y="2968625"/>
          <p14:tracePt t="48674" x="11360150" y="2913063"/>
          <p14:tracePt t="48692" x="11323638" y="2894013"/>
          <p14:tracePt t="48708" x="11233150" y="2849563"/>
          <p14:tracePt t="48724" x="11160125" y="2830513"/>
          <p14:tracePt t="48742" x="11123613" y="2830513"/>
          <p14:tracePt t="48758" x="11104563" y="2830513"/>
          <p14:tracePt t="48774" x="11096625" y="2830513"/>
          <p14:tracePt t="48791" x="11087100" y="2830513"/>
          <p14:tracePt t="48808" x="11077575" y="2830513"/>
          <p14:tracePt t="48847" x="11068050" y="2830513"/>
          <p14:tracePt t="54227" x="11023600" y="2813050"/>
          <p14:tracePt t="54238" x="10922000" y="2720975"/>
          <p14:tracePt t="54248" x="10437813" y="2346325"/>
          <p14:tracePt t="54258" x="10091738" y="2073275"/>
          <p14:tracePt t="54269" x="9561513" y="1652588"/>
          <p14:tracePt t="54280" x="9296400" y="1443038"/>
          <p14:tracePt t="54297" x="8959850" y="1214438"/>
          <p14:tracePt t="54313" x="8539163" y="922338"/>
          <p14:tracePt t="54330" x="8293100" y="749300"/>
          <p14:tracePt t="54347" x="8210550" y="703263"/>
          <p14:tracePt t="54363" x="8128000" y="620713"/>
          <p14:tracePt t="57505" x="8410575" y="684213"/>
          <p14:tracePt t="57515" x="8502650" y="866775"/>
          <p14:tracePt t="57526" x="8721725" y="1168400"/>
          <p14:tracePt t="57537" x="8967788" y="1506538"/>
          <p14:tracePt t="57550" x="9361488" y="2000250"/>
          <p14:tracePt t="57567" x="9644063" y="2282825"/>
          <p14:tracePt t="57567" x="9926638" y="2574925"/>
          <p14:tracePt t="57583" x="10337800" y="2867025"/>
          <p14:tracePt t="57600" x="10758488" y="3151188"/>
          <p14:tracePt t="57616" x="10941050" y="3251200"/>
          <p14:tracePt t="57633" x="11250613" y="3378200"/>
          <p14:tracePt t="57650" x="11461750" y="3451225"/>
          <p14:tracePt t="57666" x="11580813" y="3487738"/>
          <p14:tracePt t="57683" x="11763375" y="3589338"/>
          <p14:tracePt t="57700" x="11990388" y="3716338"/>
          <p14:tracePt t="57717" x="12072938" y="3762375"/>
          <p14:tracePt t="57733" x="12165013" y="38163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14605-8E55-948C-ED97-D25244C16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8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19"/>
    </mc:Choice>
    <mc:Fallback xmlns="">
      <p:transition spd="slow" advTm="52319"/>
    </mc:Fallback>
  </mc:AlternateContent>
  <p:extLst>
    <p:ext uri="{3A86A75C-4F4B-4683-9AE1-C65F6400EC91}">
      <p14:laserTraceLst xmlns:p14="http://schemas.microsoft.com/office/powerpoint/2010/main">
        <p14:tracePtLst>
          <p14:tracePt t="4747" x="11763375" y="3370263"/>
          <p14:tracePt t="4756" x="11023600" y="3370263"/>
          <p14:tracePt t="4766" x="10456863" y="3406775"/>
          <p14:tracePt t="4783" x="9507538" y="3524250"/>
          <p14:tracePt t="4799" x="8064500" y="3706813"/>
          <p14:tracePt t="4816" x="7589838" y="3798888"/>
          <p14:tracePt t="4833" x="6529388" y="4054475"/>
          <p14:tracePt t="4849" x="5808663" y="4256088"/>
          <p14:tracePt t="4866" x="5589588" y="4319588"/>
          <p14:tracePt t="4883" x="5314950" y="4410075"/>
          <p14:tracePt t="4899" x="5151438" y="4456113"/>
          <p14:tracePt t="4916" x="5078413" y="4483100"/>
          <p14:tracePt t="4932" x="4949825" y="4548188"/>
          <p14:tracePt t="4949" x="4903788" y="4575175"/>
          <p14:tracePt t="4966" x="4757738" y="4665663"/>
          <p14:tracePt t="4983" x="4630738" y="4730750"/>
          <p14:tracePt t="4999" x="4602163" y="4748213"/>
          <p14:tracePt t="5016" x="4557713" y="4775200"/>
          <p14:tracePt t="5032" x="4557713" y="4784725"/>
          <p14:tracePt t="5033" x="4548188" y="4784725"/>
          <p14:tracePt t="5049" x="4538663" y="4794250"/>
          <p14:tracePt t="5066" x="4529138" y="4794250"/>
          <p14:tracePt t="5083" x="4521200" y="4794250"/>
          <p14:tracePt t="5135" x="4511675" y="4794250"/>
          <p14:tracePt t="6074" x="4502150" y="4794250"/>
          <p14:tracePt t="6095" x="4492625" y="4794250"/>
          <p14:tracePt t="6105" x="4484688" y="4794250"/>
          <p14:tracePt t="6114" x="4465638" y="4784725"/>
          <p14:tracePt t="6125" x="4448175" y="4767263"/>
          <p14:tracePt t="6134" x="4402138" y="4738688"/>
          <p14:tracePt t="6151" x="4338638" y="4694238"/>
          <p14:tracePt t="6167" x="4119563" y="4548188"/>
          <p14:tracePt t="6184" x="4017963" y="4475163"/>
          <p14:tracePt t="6200" x="3789363" y="4373563"/>
          <p14:tracePt t="6217" x="3616325" y="4310063"/>
          <p14:tracePt t="6218" x="3489325" y="4264025"/>
          <p14:tracePt t="6234" x="3351213" y="4237038"/>
          <p14:tracePt t="6251" x="3168650" y="4219575"/>
          <p14:tracePt t="6267" x="3041650" y="4219575"/>
          <p14:tracePt t="6284" x="2959100" y="4219575"/>
          <p14:tracePt t="6301" x="2867025" y="4219575"/>
          <p14:tracePt t="6317" x="2849563" y="4219575"/>
          <p14:tracePt t="6334" x="2803525" y="4227513"/>
          <p14:tracePt t="6350" x="2767013" y="4237038"/>
          <p14:tracePt t="6367" x="2757488" y="4237038"/>
          <p14:tracePt t="6384" x="2740025" y="4256088"/>
          <p14:tracePt t="6400" x="2730500" y="4273550"/>
          <p14:tracePt t="6417" x="2720975" y="4283075"/>
          <p14:tracePt t="6434" x="2713038" y="4292600"/>
          <p14:tracePt t="6452" x="2713038" y="4300538"/>
          <p14:tracePt t="6467" x="2713038" y="4310063"/>
          <p14:tracePt t="6492" x="2713038" y="4319588"/>
          <p14:tracePt t="6513" x="2713038" y="4329113"/>
          <p14:tracePt t="6544" x="2713038" y="4337050"/>
          <p14:tracePt t="6605" x="2713038" y="4346575"/>
          <p14:tracePt t="6656" x="2720975" y="4346575"/>
          <p14:tracePt t="6687" x="2720975" y="4356100"/>
          <p14:tracePt t="6963" x="2730500" y="4356100"/>
          <p14:tracePt t="7024" x="2740025" y="4337050"/>
          <p14:tracePt t="7034" x="2757488" y="4319588"/>
          <p14:tracePt t="7045" x="2767013" y="4283075"/>
          <p14:tracePt t="7055" x="2794000" y="4237038"/>
          <p14:tracePt t="7068" x="2813050" y="4173538"/>
          <p14:tracePt t="7085" x="2859088" y="3981450"/>
          <p14:tracePt t="7101" x="2867025" y="3908425"/>
          <p14:tracePt t="7118" x="2867025" y="3752850"/>
          <p14:tracePt t="7134" x="2867025" y="3725863"/>
          <p14:tracePt t="7151" x="2867025" y="3662363"/>
          <p14:tracePt t="7168" x="2859088" y="3606800"/>
          <p14:tracePt t="7185" x="2840038" y="3570288"/>
          <p14:tracePt t="7201" x="2730500" y="3487738"/>
          <p14:tracePt t="7218" x="2603500" y="3397250"/>
          <p14:tracePt t="7235" x="2520950" y="3360738"/>
          <p14:tracePt t="7251" x="2374900" y="3314700"/>
          <p14:tracePt t="7268" x="2246313" y="3305175"/>
          <p14:tracePt t="7285" x="2192338" y="3305175"/>
          <p14:tracePt t="7302" x="2073275" y="3324225"/>
          <p14:tracePt t="7318" x="2027238" y="3341688"/>
          <p14:tracePt t="7335" x="1963738" y="3397250"/>
          <p14:tracePt t="7351" x="1917700" y="3443288"/>
          <p14:tracePt t="7368" x="1900238" y="3479800"/>
          <p14:tracePt t="7385" x="1890713" y="3533775"/>
          <p14:tracePt t="7402" x="1881188" y="3560763"/>
          <p14:tracePt t="7418" x="1881188" y="3579813"/>
          <p14:tracePt t="7435" x="1954213" y="3633788"/>
          <p14:tracePt t="7451" x="2027238" y="3662363"/>
          <p14:tracePt t="7468" x="2209800" y="3662363"/>
          <p14:tracePt t="7485" x="2411413" y="3616325"/>
          <p14:tracePt t="7502" x="2520950" y="3570288"/>
          <p14:tracePt t="7518" x="2630488" y="3506788"/>
          <p14:tracePt t="7535" x="2684463" y="3470275"/>
          <p14:tracePt t="7552" x="2693988" y="3451225"/>
          <p14:tracePt t="7569" x="2703513" y="3433763"/>
          <p14:tracePt t="7586" x="2713038" y="3424238"/>
          <p14:tracePt t="7602" x="2713038" y="3414713"/>
          <p14:tracePt t="7637" x="2713038" y="3406775"/>
          <p14:tracePt t="10129" x="2713038" y="3397250"/>
          <p14:tracePt t="10150" x="2713038" y="3387725"/>
          <p14:tracePt t="10161" x="2684463" y="3378200"/>
          <p14:tracePt t="10170" x="2647950" y="3378200"/>
          <p14:tracePt t="10180" x="2611438" y="3370263"/>
          <p14:tracePt t="10193" x="2566988" y="3360738"/>
          <p14:tracePt t="10204" x="2538413" y="3360738"/>
          <p14:tracePt t="10221" x="2465388" y="3360738"/>
          <p14:tracePt t="10238" x="2438400" y="3360738"/>
          <p14:tracePt t="10254" x="2365375" y="3360738"/>
          <p14:tracePt t="10271" x="2338388" y="3378200"/>
          <p14:tracePt t="10288" x="2273300" y="3433763"/>
          <p14:tracePt t="10305" x="2219325" y="3497263"/>
          <p14:tracePt t="10321" x="2200275" y="3524250"/>
          <p14:tracePt t="10338" x="2173288" y="3570288"/>
          <p14:tracePt t="10355" x="2163763" y="3625850"/>
          <p14:tracePt t="10371" x="2163763" y="3652838"/>
          <p14:tracePt t="10388" x="2163763" y="3706813"/>
          <p14:tracePt t="10405" x="2163763" y="3735388"/>
          <p14:tracePt t="10421" x="2192338" y="3752850"/>
          <p14:tracePt t="10438" x="2246313" y="3762375"/>
          <p14:tracePt t="10455" x="2273300" y="3762375"/>
          <p14:tracePt t="10471" x="2346325" y="3735388"/>
          <p14:tracePt t="10488" x="2411413" y="3670300"/>
          <p14:tracePt t="10505" x="2447925" y="3633788"/>
          <p14:tracePt t="10521" x="2474913" y="3597275"/>
          <p14:tracePt t="10538" x="2493963" y="3579813"/>
          <p14:tracePt t="10555" x="2493963" y="3570288"/>
          <p14:tracePt t="10572" x="2493963" y="3552825"/>
          <p14:tracePt t="10589" x="2493963" y="3533775"/>
          <p14:tracePt t="10605" x="2484438" y="3524250"/>
          <p14:tracePt t="10621" x="2457450" y="3506788"/>
          <p14:tracePt t="10638" x="2438400" y="3497263"/>
          <p14:tracePt t="10655" x="2411413" y="3497263"/>
          <p14:tracePt t="10671" x="2374900" y="3497263"/>
          <p14:tracePt t="10688" x="2355850" y="3497263"/>
          <p14:tracePt t="10705" x="2346325" y="3497263"/>
          <p14:tracePt t="10722" x="2328863" y="3497263"/>
          <p14:tracePt t="10743" x="2319338" y="3497263"/>
          <p14:tracePt t="10784" x="2309813" y="3497263"/>
          <p14:tracePt t="10855" x="2301875" y="3497263"/>
          <p14:tracePt t="11355" x="2292350" y="3497263"/>
          <p14:tracePt t="11906" x="2301875" y="3497263"/>
          <p14:tracePt t="11917" x="2319338" y="3497263"/>
          <p14:tracePt t="11927" x="2355850" y="3479800"/>
          <p14:tracePt t="11939" x="2419350" y="3443288"/>
          <p14:tracePt t="11956" x="2593975" y="3370263"/>
          <p14:tracePt t="11973" x="3178175" y="2995613"/>
          <p14:tracePt t="11990" x="4073525" y="2365375"/>
          <p14:tracePt t="12006" x="4411663" y="2146300"/>
          <p14:tracePt t="12023" x="5159375" y="1635125"/>
          <p14:tracePt t="12040" x="5835650" y="1131888"/>
          <p14:tracePt t="12056" x="6164263" y="931863"/>
          <p14:tracePt t="12073" x="6511925" y="757238"/>
          <p14:tracePt t="12090" x="6630988" y="712788"/>
          <p14:tracePt t="12090" x="6731000" y="666750"/>
          <p14:tracePt t="12106" x="6831013" y="630238"/>
          <p14:tracePt t="12489" x="8566150" y="100013"/>
          <p14:tracePt t="12499" x="8529638" y="165100"/>
          <p14:tracePt t="12511" x="8502650" y="201613"/>
          <p14:tracePt t="12523" x="8483600" y="219075"/>
          <p14:tracePt t="12540" x="8466138" y="246063"/>
          <p14:tracePt t="12561" x="8466138" y="255588"/>
          <p14:tracePt t="12590" x="8456613" y="265113"/>
          <p14:tracePt t="12621" x="8456613" y="274638"/>
          <p14:tracePt t="12641" x="8456613" y="282575"/>
          <p14:tracePt t="12652" x="8456613" y="292100"/>
          <p14:tracePt t="12662" x="8456613" y="301625"/>
          <p14:tracePt t="12673" x="8447088" y="301625"/>
          <p14:tracePt t="12692" x="8447088" y="311150"/>
          <p14:tracePt t="12707" x="8439150" y="319088"/>
          <p14:tracePt t="12724" x="8420100" y="338138"/>
          <p14:tracePt t="12740" x="8402638" y="355600"/>
          <p14:tracePt t="17098" x="6256338" y="1141413"/>
          <p14:tracePt t="17106" x="5543550" y="1416050"/>
          <p14:tracePt t="17117" x="4375150" y="1963738"/>
          <p14:tracePt t="17128" x="3844925" y="2419350"/>
          <p14:tracePt t="17145" x="2932113" y="2894013"/>
          <p14:tracePt t="17161" x="1900238" y="3533775"/>
          <p14:tracePt t="17178" x="1470025" y="3871913"/>
          <p14:tracePt t="17195" x="1387475" y="3935413"/>
          <p14:tracePt t="17211" x="1323975" y="3990975"/>
          <p14:tracePt t="17228" x="1314450" y="4000500"/>
          <p14:tracePt t="17245" x="1314450" y="4017963"/>
          <p14:tracePt t="17262" x="1314450" y="4037013"/>
          <p14:tracePt t="17278" x="1333500" y="4044950"/>
          <p14:tracePt t="17295" x="1443038" y="4054475"/>
          <p14:tracePt t="17312" x="1570038" y="4008438"/>
          <p14:tracePt t="17328" x="1635125" y="3990975"/>
          <p14:tracePt t="17345" x="1725613" y="3917950"/>
          <p14:tracePt t="17361" x="1744663" y="3898900"/>
          <p14:tracePt t="17362" x="1781175" y="3871913"/>
          <p14:tracePt t="17378" x="1798638" y="3852863"/>
          <p14:tracePt t="17395" x="1817688" y="3844925"/>
          <p14:tracePt t="17411" x="1817688" y="3835400"/>
          <p14:tracePt t="17428" x="1827213" y="3825875"/>
          <p14:tracePt t="17445" x="1835150" y="3825875"/>
          <p14:tracePt t="17485" x="1835150" y="3816350"/>
          <p14:tracePt t="17505" x="1844675" y="3816350"/>
          <p14:tracePt t="17545" x="1854200" y="3808413"/>
          <p14:tracePt t="17566" x="1863725" y="3798888"/>
          <p14:tracePt t="17587" x="1881188" y="3789363"/>
          <p14:tracePt t="17598" x="1881188" y="3779838"/>
          <p14:tracePt t="17607" x="1890713" y="3762375"/>
          <p14:tracePt t="17617" x="1908175" y="3752850"/>
          <p14:tracePt t="17628" x="1936750" y="3735388"/>
          <p14:tracePt t="17645" x="1954213" y="3716338"/>
          <p14:tracePt t="17662" x="2000250" y="3679825"/>
          <p14:tracePt t="17679" x="2036763" y="3662363"/>
          <p14:tracePt t="17695" x="2046288" y="3652838"/>
          <p14:tracePt t="17712" x="2063750" y="3643313"/>
          <p14:tracePt t="17729" x="2073275" y="3643313"/>
          <p14:tracePt t="17745" x="2082800" y="3643313"/>
          <p14:tracePt t="17762" x="2090738" y="3643313"/>
          <p14:tracePt t="17778" x="2109788" y="3643313"/>
          <p14:tracePt t="17795" x="2127250" y="3643313"/>
          <p14:tracePt t="17812" x="2146300" y="3643313"/>
          <p14:tracePt t="17833" x="2155825" y="3643313"/>
          <p14:tracePt t="17852" x="2163763" y="3643313"/>
          <p14:tracePt t="17894" x="2173288" y="3643313"/>
          <p14:tracePt t="17914" x="2173288" y="3662363"/>
          <p14:tracePt t="17923" x="2173288" y="3689350"/>
          <p14:tracePt t="17934" x="2173288" y="3735388"/>
          <p14:tracePt t="17945" x="2146300" y="3779838"/>
          <p14:tracePt t="17962" x="2109788" y="3862388"/>
          <p14:tracePt t="17979" x="2063750" y="3927475"/>
          <p14:tracePt t="17995" x="2036763" y="3971925"/>
          <p14:tracePt t="18012" x="2027238" y="3981450"/>
          <p14:tracePt t="18029" x="2027238" y="4000500"/>
          <p14:tracePt t="18045" x="2017713" y="4000500"/>
          <p14:tracePt t="18062" x="2009775" y="4008438"/>
          <p14:tracePt t="18079" x="2000250" y="4017963"/>
          <p14:tracePt t="18098" x="1990725" y="4017963"/>
          <p14:tracePt t="18128" x="1990725" y="4027488"/>
          <p14:tracePt t="18138" x="1981200" y="4027488"/>
          <p14:tracePt t="18209" x="1981200" y="4037013"/>
          <p14:tracePt t="18230" x="1973263" y="4037013"/>
          <p14:tracePt t="18343" x="1963738" y="4037013"/>
          <p14:tracePt t="18373" x="1954213" y="4037013"/>
          <p14:tracePt t="18403" x="1944688" y="4037013"/>
          <p14:tracePt t="18465" x="1936750" y="4037013"/>
          <p14:tracePt t="18536" x="1944688" y="4037013"/>
          <p14:tracePt t="18546" x="1963738" y="4037013"/>
          <p14:tracePt t="18557" x="2000250" y="4037013"/>
          <p14:tracePt t="18568" x="2046288" y="4037013"/>
          <p14:tracePt t="18579" x="2082800" y="4037013"/>
          <p14:tracePt t="18596" x="2100263" y="4037013"/>
          <p14:tracePt t="18613" x="2163763" y="4037013"/>
          <p14:tracePt t="18630" x="2200275" y="4037013"/>
          <p14:tracePt t="18646" x="2209800" y="4037013"/>
          <p14:tracePt t="18663" x="2246313" y="4037013"/>
          <p14:tracePt t="18680" x="2292350" y="4037013"/>
          <p14:tracePt t="18696" x="2328863" y="4037013"/>
          <p14:tracePt t="18713" x="2365375" y="4037013"/>
          <p14:tracePt t="18730" x="2382838" y="4037013"/>
          <p14:tracePt t="18746" x="2392363" y="4037013"/>
          <p14:tracePt t="18763" x="2401888" y="4037013"/>
          <p14:tracePt t="18781" x="2411413" y="4037013"/>
          <p14:tracePt t="18813" x="2419350" y="4037013"/>
          <p14:tracePt t="19159" x="2411413" y="4037013"/>
          <p14:tracePt t="19190" x="2401888" y="4037013"/>
          <p14:tracePt t="19222" x="2392363" y="4037013"/>
          <p14:tracePt t="19273" x="2382838" y="4037013"/>
          <p14:tracePt t="19415" x="2374900" y="4037013"/>
          <p14:tracePt t="19435" x="2365375" y="4037013"/>
          <p14:tracePt t="19445" x="2355850" y="4037013"/>
          <p14:tracePt t="19455" x="2355850" y="4044950"/>
          <p14:tracePt t="19467" x="2346325" y="4044950"/>
          <p14:tracePt t="19480" x="2338388" y="4054475"/>
          <p14:tracePt t="19497" x="2328863" y="4064000"/>
          <p14:tracePt t="19518" x="2319338" y="4073525"/>
          <p14:tracePt t="19547" x="2309813" y="4081463"/>
          <p14:tracePt t="19569" x="2309813" y="4090988"/>
          <p14:tracePt t="19578" x="2301875" y="4090988"/>
          <p14:tracePt t="19609" x="2292350" y="4090988"/>
          <p14:tracePt t="19619" x="2292350" y="4100513"/>
          <p14:tracePt t="19640" x="2292350" y="4110038"/>
          <p14:tracePt t="19650" x="2282825" y="4110038"/>
          <p14:tracePt t="19701" x="2282825" y="4117975"/>
          <p14:tracePt t="19752" x="2282825" y="4127500"/>
          <p14:tracePt t="19792" x="2282825" y="4137025"/>
          <p14:tracePt t="19844" x="2282825" y="4146550"/>
          <p14:tracePt t="20263" x="2273300" y="4154488"/>
          <p14:tracePt t="20273" x="2265363" y="4173538"/>
          <p14:tracePt t="20285" x="2255838" y="4183063"/>
          <p14:tracePt t="20298" x="2246313" y="4200525"/>
          <p14:tracePt t="20315" x="2228850" y="4219575"/>
          <p14:tracePt t="20331" x="2219325" y="4227513"/>
          <p14:tracePt t="20348" x="2209800" y="4246563"/>
          <p14:tracePt t="20364" x="2200275" y="4256088"/>
          <p14:tracePt t="20365" x="2200275" y="4264025"/>
          <p14:tracePt t="20381" x="2192338" y="4264025"/>
          <p14:tracePt t="20398" x="2192338" y="4273550"/>
          <p14:tracePt t="20414" x="2192338" y="4283075"/>
          <p14:tracePt t="20431" x="2182813" y="4283075"/>
          <p14:tracePt t="20457" x="2173288" y="4283075"/>
          <p14:tracePt t="20529" x="2173288" y="4292600"/>
          <p14:tracePt t="20579" x="2173288" y="4300538"/>
          <p14:tracePt t="20610" x="2173288" y="4310063"/>
          <p14:tracePt t="20630" x="2182813" y="4319588"/>
          <p14:tracePt t="20640" x="2200275" y="4319588"/>
          <p14:tracePt t="20652" x="2209800" y="4319588"/>
          <p14:tracePt t="20665" x="2219325" y="4319588"/>
          <p14:tracePt t="20681" x="2255838" y="4319588"/>
          <p14:tracePt t="20682" x="2265363" y="4319588"/>
          <p14:tracePt t="20698" x="2282825" y="4319588"/>
          <p14:tracePt t="20715" x="2309813" y="4319588"/>
          <p14:tracePt t="20732" x="2328863" y="4319588"/>
          <p14:tracePt t="20748" x="2338388" y="4319588"/>
          <p14:tracePt t="20765" x="2346325" y="4319588"/>
          <p14:tracePt t="20845" x="2355850" y="4319588"/>
          <p14:tracePt t="21345" x="2355850" y="4329113"/>
          <p14:tracePt t="21356" x="2374900" y="4329113"/>
          <p14:tracePt t="21366" x="2382838" y="4329113"/>
          <p14:tracePt t="21376" x="2392363" y="4337050"/>
          <p14:tracePt t="21388" x="2411413" y="4337050"/>
          <p14:tracePt t="21399" x="2428875" y="4337050"/>
          <p14:tracePt t="21416" x="2447925" y="4337050"/>
          <p14:tracePt t="21432" x="2457450" y="4337050"/>
          <p14:tracePt t="21449" x="2465388" y="4337050"/>
          <p14:tracePt t="21465" x="2474913" y="4337050"/>
          <p14:tracePt t="21482" x="2484438" y="4337050"/>
          <p14:tracePt t="21499" x="2493963" y="4337050"/>
          <p14:tracePt t="21515" x="2501900" y="4346575"/>
          <p14:tracePt t="21532" x="2511425" y="4346575"/>
          <p14:tracePt t="21571" x="2520950" y="4346575"/>
          <p14:tracePt t="21641" x="2530475" y="4346575"/>
          <p14:tracePt t="22754" x="2557463" y="4310063"/>
          <p14:tracePt t="22765" x="2840038" y="3852863"/>
          <p14:tracePt t="22775" x="3114675" y="3506788"/>
          <p14:tracePt t="22785" x="3635375" y="2940050"/>
          <p14:tracePt t="22800" x="4100513" y="2492375"/>
          <p14:tracePt t="22817" x="5114925" y="1679575"/>
          <p14:tracePt t="22833" x="5561013" y="1416050"/>
          <p14:tracePt t="22850" x="6191250" y="1114425"/>
          <p14:tracePt t="22867" x="6492875" y="1031875"/>
          <p14:tracePt t="22884" x="6630988" y="985838"/>
          <p14:tracePt t="22900" x="6821488" y="912813"/>
          <p14:tracePt t="22917" x="6904038" y="885825"/>
          <p14:tracePt t="22934" x="7023100" y="866775"/>
          <p14:tracePt t="22950" x="7105650" y="830263"/>
          <p14:tracePt t="22967" x="7150100" y="812800"/>
          <p14:tracePt t="22984" x="7259638" y="776288"/>
          <p14:tracePt t="23000" x="7342188" y="749300"/>
          <p14:tracePt t="23017" x="7397750" y="730250"/>
          <p14:tracePt t="23033" x="7470775" y="703263"/>
          <p14:tracePt t="23050" x="7616825" y="657225"/>
          <p14:tracePt t="23067" x="7662863" y="620713"/>
          <p14:tracePt t="23193" x="8402638" y="246063"/>
          <p14:tracePt t="23205" x="8410575" y="238125"/>
          <p14:tracePt t="23213" x="8429625" y="238125"/>
          <p14:tracePt t="23224" x="8447088" y="228600"/>
          <p14:tracePt t="23234" x="8456613" y="228600"/>
          <p14:tracePt t="23250" x="8466138" y="228600"/>
          <p14:tracePt t="23267" x="8475663" y="219075"/>
          <p14:tracePt t="23284" x="8483600" y="219075"/>
          <p14:tracePt t="23300" x="8493125" y="219075"/>
          <p14:tracePt t="23317" x="8502650" y="219075"/>
          <p14:tracePt t="23334" x="8512175" y="219075"/>
          <p14:tracePt t="23351" x="8520113" y="219075"/>
          <p14:tracePt t="23367" x="8529638" y="219075"/>
          <p14:tracePt t="23368" x="8539163" y="219075"/>
          <p14:tracePt t="23408" x="8539163" y="228600"/>
          <p14:tracePt t="23418" x="8539163" y="238125"/>
          <p14:tracePt t="23428" x="8529638" y="246063"/>
          <p14:tracePt t="23439" x="8520113" y="265113"/>
          <p14:tracePt t="23451" x="8502650" y="274638"/>
          <p14:tracePt t="23467" x="8483600" y="292100"/>
          <p14:tracePt t="23468" x="8466138" y="301625"/>
          <p14:tracePt t="23484" x="8456613" y="311150"/>
          <p14:tracePt t="23501" x="8439150" y="328613"/>
          <p14:tracePt t="23517" x="8439150" y="338138"/>
          <p14:tracePt t="23534" x="8429625" y="347663"/>
          <p14:tracePt t="23551" x="8420100" y="355600"/>
          <p14:tracePt t="23551" x="8410575" y="365125"/>
          <p14:tracePt t="23567" x="8410575" y="374650"/>
          <p14:tracePt t="27465" x="8101013" y="730250"/>
          <p14:tracePt t="27476" x="7999413" y="903288"/>
          <p14:tracePt t="27485" x="7816850" y="1333500"/>
          <p14:tracePt t="27495" x="7699375" y="1606550"/>
          <p14:tracePt t="27506" x="7561263" y="1954213"/>
          <p14:tracePt t="27521" x="7497763" y="2182813"/>
          <p14:tracePt t="27538" x="7342188" y="2584450"/>
          <p14:tracePt t="27555" x="7296150" y="2711450"/>
          <p14:tracePt t="27571" x="7215188" y="2876550"/>
          <p14:tracePt t="27588" x="7169150" y="2986088"/>
          <p14:tracePt t="27605" x="7113588" y="3032125"/>
          <p14:tracePt t="27621" x="7077075" y="3095625"/>
          <p14:tracePt t="27638" x="7059613" y="3114675"/>
          <p14:tracePt t="27639" x="7023100" y="3151188"/>
          <p14:tracePt t="27655" x="6996113" y="3168650"/>
          <p14:tracePt t="27672" x="6931025" y="3187700"/>
          <p14:tracePt t="27688" x="6913563" y="3195638"/>
          <p14:tracePt t="27705" x="6858000" y="3187700"/>
          <p14:tracePt t="27722" x="6784975" y="3105150"/>
          <p14:tracePt t="27738" x="6748463" y="3041650"/>
          <p14:tracePt t="27755" x="6675438" y="2913063"/>
          <p14:tracePt t="27772" x="6648450" y="2886075"/>
          <p14:tracePt t="27772" x="6630988" y="2849563"/>
          <p14:tracePt t="27788" x="6611938" y="2830513"/>
          <p14:tracePt t="27805" x="6538913" y="2813050"/>
          <p14:tracePt t="27822" x="6410325" y="2830513"/>
          <p14:tracePt t="27838" x="6329363" y="2894013"/>
          <p14:tracePt t="27855" x="6127750" y="3068638"/>
          <p14:tracePt t="27872" x="5991225" y="3251200"/>
          <p14:tracePt t="27888" x="5726113" y="3735388"/>
          <p14:tracePt t="27905" x="5589588" y="4037013"/>
          <p14:tracePt t="27922" x="5561013" y="4137025"/>
          <p14:tracePt t="27938" x="5480050" y="4300538"/>
          <p14:tracePt t="27956" x="5451475" y="4356100"/>
          <p14:tracePt t="27972" x="5443538" y="4373563"/>
          <p14:tracePt t="27989" x="5434013" y="4392613"/>
          <p14:tracePt t="28005" x="5424488" y="4402138"/>
          <p14:tracePt t="28047" x="5424488" y="4383088"/>
          <p14:tracePt t="28058" x="5424488" y="4329113"/>
          <p14:tracePt t="28068" x="5424488" y="4237038"/>
          <p14:tracePt t="28078" x="5443538" y="4173538"/>
          <p14:tracePt t="28089" x="5451475" y="4100513"/>
          <p14:tracePt t="28105" x="5480050" y="4054475"/>
          <p14:tracePt t="28122" x="5507038" y="4017963"/>
          <p14:tracePt t="28138" x="5516563" y="4008438"/>
          <p14:tracePt t="28155" x="5543550" y="3990975"/>
          <p14:tracePt t="28172" x="5553075" y="3990975"/>
          <p14:tracePt t="28189" x="5561013" y="3990975"/>
          <p14:tracePt t="28190" x="5570538" y="3990975"/>
          <p14:tracePt t="28205" x="5589588" y="4017963"/>
          <p14:tracePt t="28222" x="5634038" y="4090988"/>
          <p14:tracePt t="28239" x="5653088" y="4137025"/>
          <p14:tracePt t="28255" x="5699125" y="4210050"/>
          <p14:tracePt t="28272" x="5735638" y="4246563"/>
          <p14:tracePt t="28289" x="5753100" y="4273550"/>
          <p14:tracePt t="28305" x="5789613" y="4283075"/>
          <p14:tracePt t="28322" x="5808663" y="4283075"/>
          <p14:tracePt t="28339" x="5872163" y="4227513"/>
          <p14:tracePt t="28355" x="6008688" y="3954463"/>
          <p14:tracePt t="28372" x="6064250" y="3789363"/>
          <p14:tracePt t="28389" x="6191250" y="3606800"/>
          <p14:tracePt t="28405" x="6256338" y="3506788"/>
          <p14:tracePt t="28422" x="6273800" y="3479800"/>
          <p14:tracePt t="28439" x="6300788" y="3433763"/>
          <p14:tracePt t="28456" x="6329363" y="3414713"/>
          <p14:tracePt t="28472" x="6346825" y="3414713"/>
          <p14:tracePt t="28490" x="6365875" y="3414713"/>
          <p14:tracePt t="28507" x="6383338" y="3414713"/>
          <p14:tracePt t="28522" x="6402388" y="3414713"/>
          <p14:tracePt t="28539" x="6429375" y="3414713"/>
          <p14:tracePt t="28556" x="6446838" y="3433763"/>
          <p14:tracePt t="28572" x="6475413" y="3451225"/>
          <p14:tracePt t="28589" x="6492875" y="3470275"/>
          <p14:tracePt t="28606" x="6502400" y="3470275"/>
          <p14:tracePt t="28623" x="6529388" y="3470275"/>
          <p14:tracePt t="28639" x="6548438" y="3470275"/>
          <p14:tracePt t="28640" x="6594475" y="3451225"/>
          <p14:tracePt t="28656" x="6630988" y="3433763"/>
          <p14:tracePt t="28672" x="6721475" y="3333750"/>
          <p14:tracePt t="28689" x="6777038" y="3232150"/>
          <p14:tracePt t="28706" x="6831013" y="3168650"/>
          <p14:tracePt t="28723" x="6858000" y="3141663"/>
          <p14:tracePt t="28739" x="6858000" y="3132138"/>
          <p14:tracePt t="28756" x="6867525" y="3132138"/>
          <p14:tracePt t="28772" x="6877050" y="3132138"/>
          <p14:tracePt t="28789" x="6886575" y="3132138"/>
          <p14:tracePt t="28813" x="6894513" y="3132138"/>
          <p14:tracePt t="28845" x="6894513" y="3141663"/>
          <p14:tracePt t="28855" x="6904038" y="3151188"/>
          <p14:tracePt t="28864" x="6904038" y="3159125"/>
          <p14:tracePt t="28874" x="6913563" y="3178175"/>
          <p14:tracePt t="28890" x="6913563" y="3187700"/>
          <p14:tracePt t="28906" x="6923088" y="3195638"/>
          <p14:tracePt t="28923" x="6931025" y="3205163"/>
          <p14:tracePt t="28939" x="6940550" y="3232150"/>
          <p14:tracePt t="28956" x="6940550" y="3241675"/>
          <p14:tracePt t="28973" x="6950075" y="3251200"/>
          <p14:tracePt t="28990" x="6950075" y="3260725"/>
          <p14:tracePt t="29007" x="6959600" y="3260725"/>
          <p14:tracePt t="29457" x="6967538" y="3260725"/>
          <p14:tracePt t="29467" x="6977063" y="3260725"/>
          <p14:tracePt t="29478" x="6996113" y="3260725"/>
          <p14:tracePt t="29490" x="7013575" y="3260725"/>
          <p14:tracePt t="29507" x="7032625" y="3260725"/>
          <p14:tracePt t="29507" x="7059613" y="3260725"/>
          <p14:tracePt t="29523" x="7096125" y="3260725"/>
          <p14:tracePt t="29540" x="7196138" y="3260725"/>
          <p14:tracePt t="29557" x="7259638" y="3260725"/>
          <p14:tracePt t="29573" x="7397750" y="3260725"/>
          <p14:tracePt t="29590" x="7597775" y="3260725"/>
          <p14:tracePt t="29607" x="7634288" y="3260725"/>
          <p14:tracePt t="29623" x="7726363" y="3260725"/>
          <p14:tracePt t="29640" x="7772400" y="3268663"/>
          <p14:tracePt t="29657" x="7799388" y="3268663"/>
          <p14:tracePt t="29673" x="7835900" y="3268663"/>
          <p14:tracePt t="29690" x="7862888" y="3268663"/>
          <p14:tracePt t="29691" x="7872413" y="3268663"/>
          <p14:tracePt t="29707" x="7889875" y="3278188"/>
          <p14:tracePt t="29723" x="7926388" y="3278188"/>
          <p14:tracePt t="29740" x="7935913" y="3278188"/>
          <p14:tracePt t="29757" x="7945438" y="3278188"/>
          <p14:tracePt t="29774" x="7962900" y="3278188"/>
          <p14:tracePt t="29790" x="7972425" y="3278188"/>
          <p14:tracePt t="29807" x="7981950" y="3278188"/>
          <p14:tracePt t="29824" x="7991475" y="3278188"/>
          <p14:tracePt t="29854" x="7999413" y="3278188"/>
          <p14:tracePt t="29906" x="7991475" y="3278188"/>
          <p14:tracePt t="29916" x="7954963" y="3278188"/>
          <p14:tracePt t="29927" x="7853363" y="3278188"/>
          <p14:tracePt t="29940" x="7580313" y="3278188"/>
          <p14:tracePt t="29957" x="7123113" y="3278188"/>
          <p14:tracePt t="29974" x="6959600" y="3287713"/>
          <p14:tracePt t="29991" x="6611938" y="3360738"/>
          <p14:tracePt t="30007" x="6548438" y="3387725"/>
          <p14:tracePt t="30024" x="6502400" y="3406775"/>
          <p14:tracePt t="30040" x="6492875" y="3424238"/>
          <p14:tracePt t="30057" x="6492875" y="3433763"/>
          <p14:tracePt t="30074" x="6492875" y="3443288"/>
          <p14:tracePt t="30090" x="6594475" y="3479800"/>
          <p14:tracePt t="30107" x="6711950" y="3487738"/>
          <p14:tracePt t="30124" x="7113588" y="3470275"/>
          <p14:tracePt t="30141" x="7762875" y="3351213"/>
          <p14:tracePt t="30157" x="8008938" y="3278188"/>
          <p14:tracePt t="30174" x="8274050" y="3195638"/>
          <p14:tracePt t="30191" x="8337550" y="3168650"/>
          <p14:tracePt t="30207" x="8410575" y="3114675"/>
          <p14:tracePt t="30224" x="8456613" y="3059113"/>
          <p14:tracePt t="30241" x="8475663" y="3032125"/>
          <p14:tracePt t="30257" x="8493125" y="2995613"/>
          <p14:tracePt t="30274" x="8502650" y="2976563"/>
          <p14:tracePt t="30291" x="8502650" y="2968625"/>
          <p14:tracePt t="30314" x="8493125" y="2959100"/>
          <p14:tracePt t="30325" x="8475663" y="2959100"/>
          <p14:tracePt t="30341" x="8456613" y="2959100"/>
          <p14:tracePt t="30357" x="8410575" y="2959100"/>
          <p14:tracePt t="30374" x="8393113" y="2959100"/>
          <p14:tracePt t="30391" x="8356600" y="2986088"/>
          <p14:tracePt t="30408" x="8320088" y="3013075"/>
          <p14:tracePt t="30424" x="8301038" y="3022600"/>
          <p14:tracePt t="30441" x="8274050" y="3041650"/>
          <p14:tracePt t="30458" x="8264525" y="3041650"/>
          <p14:tracePt t="30474" x="8256588" y="3049588"/>
          <p14:tracePt t="30508" x="8247063" y="3049588"/>
          <p14:tracePt t="30519" x="8247063" y="3059113"/>
          <p14:tracePt t="30570" x="8237538" y="3059113"/>
          <p14:tracePt t="30590" x="8237538" y="3068638"/>
          <p14:tracePt t="31111" x="8237538" y="3078163"/>
          <p14:tracePt t="31121" x="8256588" y="3086100"/>
          <p14:tracePt t="31132" x="8283575" y="3086100"/>
          <p14:tracePt t="31142" x="8310563" y="3095625"/>
          <p14:tracePt t="31158" x="8347075" y="3105150"/>
          <p14:tracePt t="31175" x="8456613" y="3132138"/>
          <p14:tracePt t="31192" x="8575675" y="3141663"/>
          <p14:tracePt t="31208" x="8629650" y="3141663"/>
          <p14:tracePt t="31225" x="8804275" y="3141663"/>
          <p14:tracePt t="31241" x="8858250" y="3151188"/>
          <p14:tracePt t="31258" x="8977313" y="3151188"/>
          <p14:tracePt t="31275" x="9040813" y="3151188"/>
          <p14:tracePt t="31292" x="9077325" y="3151188"/>
          <p14:tracePt t="31309" x="9132888" y="3151188"/>
          <p14:tracePt t="31325" x="9186863" y="3151188"/>
          <p14:tracePt t="31342" x="9223375" y="3151188"/>
          <p14:tracePt t="31358" x="9269413" y="3151188"/>
          <p14:tracePt t="31375" x="9288463" y="3151188"/>
          <p14:tracePt t="31376" x="9305925" y="3151188"/>
          <p14:tracePt t="31392" x="9315450" y="3151188"/>
          <p14:tracePt t="31408" x="9342438" y="3151188"/>
          <p14:tracePt t="31425" x="9351963" y="3151188"/>
          <p14:tracePt t="31442" x="9378950" y="3151188"/>
          <p14:tracePt t="31459" x="9388475" y="3151188"/>
          <p14:tracePt t="31475" x="9405938" y="3151188"/>
          <p14:tracePt t="31492" x="9424988" y="3151188"/>
          <p14:tracePt t="31509" x="9442450" y="3151188"/>
          <p14:tracePt t="31531" x="9451975" y="3151188"/>
          <p14:tracePt t="31542" x="9461500" y="3151188"/>
          <p14:tracePt t="31559" x="9478963" y="3151188"/>
          <p14:tracePt t="31575" x="9515475" y="3151188"/>
          <p14:tracePt t="31592" x="9551988" y="3159125"/>
          <p14:tracePt t="31609" x="9571038" y="3159125"/>
          <p14:tracePt t="31625" x="9617075" y="3159125"/>
          <p14:tracePt t="31642" x="9644063" y="3159125"/>
          <p14:tracePt t="31659" x="9653588" y="3159125"/>
          <p14:tracePt t="31676" x="9671050" y="3159125"/>
          <p14:tracePt t="31692" x="9680575" y="3159125"/>
          <p14:tracePt t="31709" x="9690100" y="3159125"/>
          <p14:tracePt t="31726" x="9698038" y="3159125"/>
          <p14:tracePt t="31775" x="9707563" y="3159125"/>
          <p14:tracePt t="31867" x="9717088" y="3159125"/>
          <p14:tracePt t="32510" x="9707563" y="3159125"/>
          <p14:tracePt t="32520" x="9680575" y="3159125"/>
          <p14:tracePt t="32532" x="9634538" y="3151188"/>
          <p14:tracePt t="32543" x="9571038" y="3114675"/>
          <p14:tracePt t="32560" x="9478963" y="3049588"/>
          <p14:tracePt t="32576" x="9288463" y="2894013"/>
          <p14:tracePt t="32593" x="8940800" y="2428875"/>
          <p14:tracePt t="32610" x="8804275" y="2236788"/>
          <p14:tracePt t="32627" x="8575675" y="1927225"/>
          <p14:tracePt t="32643" x="8456613" y="1744663"/>
          <p14:tracePt t="32660" x="8439150" y="1679575"/>
          <p14:tracePt t="32676" x="8402638" y="1625600"/>
          <p14:tracePt t="32693" x="8393113" y="1552575"/>
          <p14:tracePt t="32710" x="8383588" y="1506538"/>
          <p14:tracePt t="32727" x="8383588" y="1416050"/>
          <p14:tracePt t="32743" x="8383588" y="1370013"/>
          <p14:tracePt t="32760" x="8383588" y="1287463"/>
          <p14:tracePt t="32776" x="8383588" y="1223963"/>
          <p14:tracePt t="32793" x="8383588" y="1204913"/>
          <p14:tracePt t="32810" x="8383588" y="1141413"/>
          <p14:tracePt t="32827" x="8383588" y="1123950"/>
          <p14:tracePt t="32827" x="8393113" y="1087438"/>
          <p14:tracePt t="32843" x="8393113" y="1050925"/>
          <p14:tracePt t="32860" x="8393113" y="939800"/>
          <p14:tracePt t="32877" x="8393113" y="903288"/>
          <p14:tracePt t="32893" x="8393113" y="830263"/>
          <p14:tracePt t="32910" x="8393113" y="785813"/>
          <p14:tracePt t="32927" x="8393113" y="776288"/>
          <p14:tracePt t="32943" x="8393113" y="757238"/>
          <p14:tracePt t="33000" x="8393113" y="749300"/>
          <p14:tracePt t="33072" x="8393113" y="739775"/>
          <p14:tracePt t="33092" x="8393113" y="730250"/>
          <p14:tracePt t="33102" x="8393113" y="720725"/>
          <p14:tracePt t="33114" x="8393113" y="712788"/>
          <p14:tracePt t="33127" x="8393113" y="693738"/>
          <p14:tracePt t="33143" x="8393113" y="647700"/>
          <p14:tracePt t="33160" x="8393113" y="620713"/>
          <p14:tracePt t="49542" x="8402638" y="493713"/>
          <p14:tracePt t="49553" x="8410575" y="493713"/>
          <p14:tracePt t="49564" x="8429625" y="501650"/>
          <p14:tracePt t="49576" x="8447088" y="511175"/>
          <p14:tracePt t="49593" x="8466138" y="520700"/>
          <p14:tracePt t="49610" x="8475663" y="530225"/>
          <p14:tracePt t="49626" x="8493125" y="538163"/>
          <p14:tracePt t="49643" x="8502650" y="547688"/>
          <p14:tracePt t="49660" x="8520113" y="557213"/>
          <p14:tracePt t="49677" x="8539163" y="574675"/>
          <p14:tracePt t="49696" x="8548688" y="584200"/>
          <p14:tracePt t="49710" x="8566150" y="593725"/>
          <p14:tracePt t="49726" x="8621713" y="620713"/>
          <p14:tracePt t="49743" x="8648700" y="647700"/>
          <p14:tracePt t="49760" x="8758238" y="703263"/>
          <p14:tracePt t="49777" x="8821738" y="757238"/>
          <p14:tracePt t="49777" x="8921750" y="830263"/>
          <p14:tracePt t="49793" x="9059863" y="939800"/>
          <p14:tracePt t="49810" x="9498013" y="1214438"/>
          <p14:tracePt t="49827" x="9653588" y="1306513"/>
          <p14:tracePt t="49844" x="10101263" y="1562100"/>
          <p14:tracePt t="49860" x="10731500" y="1854200"/>
          <p14:tracePt t="49877" x="11060113" y="2054225"/>
          <p14:tracePt t="49893" x="11680825" y="2301875"/>
          <p14:tracePt t="49910" x="11990388" y="2438400"/>
          <p14:tracePt t="49927" x="12118975" y="2492375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B00C5C-8BC6-A0A1-EDB5-9F7B1334F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7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62"/>
    </mc:Choice>
    <mc:Fallback xmlns="">
      <p:transition spd="slow" advTm="70962"/>
    </mc:Fallback>
  </mc:AlternateContent>
  <p:extLst>
    <p:ext uri="{3A86A75C-4F4B-4683-9AE1-C65F6400EC91}">
      <p14:laserTraceLst xmlns:p14="http://schemas.microsoft.com/office/powerpoint/2010/main">
        <p14:tracePtLst>
          <p14:tracePt t="695" x="11077575" y="1625600"/>
          <p14:tracePt t="705" x="10155238" y="1058863"/>
          <p14:tracePt t="717" x="9515475" y="793750"/>
          <p14:tracePt t="731" x="8439150" y="465138"/>
          <p14:tracePt t="1134" x="4611688" y="647700"/>
          <p14:tracePt t="1145" x="4429125" y="766763"/>
          <p14:tracePt t="1155" x="4156075" y="1004888"/>
          <p14:tracePt t="1165" x="3990975" y="1204913"/>
          <p14:tracePt t="1181" x="3698875" y="1643063"/>
          <p14:tracePt t="1198" x="3224213" y="2455863"/>
          <p14:tracePt t="1214" x="3105150" y="2693988"/>
          <p14:tracePt t="1231" x="2895600" y="3214688"/>
          <p14:tracePt t="1248" x="2830513" y="3597275"/>
          <p14:tracePt t="1264" x="2794000" y="3808413"/>
          <p14:tracePt t="1281" x="2822575" y="4081463"/>
          <p14:tracePt t="1298" x="2940050" y="4219575"/>
          <p14:tracePt t="1315" x="3132138" y="4292600"/>
          <p14:tracePt t="1331" x="3971925" y="4264025"/>
          <p14:tracePt t="1348" x="4502150" y="4037013"/>
          <p14:tracePt t="1349" x="4748213" y="3816350"/>
          <p14:tracePt t="1364" x="5068888" y="3487738"/>
          <p14:tracePt t="1381" x="5397500" y="3032125"/>
          <p14:tracePt t="1398" x="5497513" y="2730500"/>
          <p14:tracePt t="1414" x="5516563" y="2455863"/>
          <p14:tracePt t="1431" x="5397500" y="2292350"/>
          <p14:tracePt t="1448" x="5241925" y="2182813"/>
          <p14:tracePt t="1464" x="4776788" y="2090738"/>
          <p14:tracePt t="1481" x="4319588" y="2200275"/>
          <p14:tracePt t="1498" x="4156075" y="2328863"/>
          <p14:tracePt t="1515" x="3935413" y="2565400"/>
          <p14:tracePt t="1531" x="3817938" y="2776538"/>
          <p14:tracePt t="1532" x="3735388" y="2922588"/>
          <p14:tracePt t="1548" x="3652838" y="3122613"/>
          <p14:tracePt t="1565" x="3625850" y="3341688"/>
          <p14:tracePt t="1581" x="3625850" y="3433763"/>
          <p14:tracePt t="1598" x="3689350" y="3543300"/>
          <p14:tracePt t="1615" x="3963988" y="3652838"/>
          <p14:tracePt t="1631" x="4137025" y="3652838"/>
          <p14:tracePt t="1648" x="4329113" y="3633788"/>
          <p14:tracePt t="1665" x="4392613" y="3606800"/>
          <p14:tracePt t="1666" x="4438650" y="3579813"/>
          <p14:tracePt t="1682" x="4465638" y="3560763"/>
          <p14:tracePt t="1698" x="4492625" y="3543300"/>
          <p14:tracePt t="1715" x="4502150" y="3543300"/>
          <p14:tracePt t="1732" x="4521200" y="3533775"/>
          <p14:tracePt t="1768" x="4521200" y="3524250"/>
          <p14:tracePt t="3038" x="4538663" y="3497263"/>
          <p14:tracePt t="3049" x="4575175" y="3451225"/>
          <p14:tracePt t="3059" x="4684713" y="3297238"/>
          <p14:tracePt t="3071" x="4913313" y="3032125"/>
          <p14:tracePt t="3083" x="5387975" y="2520950"/>
          <p14:tracePt t="3100" x="6538913" y="1489075"/>
          <p14:tracePt t="3116" x="6959600" y="1168400"/>
          <p14:tracePt t="3133" x="7808913" y="639763"/>
          <p14:tracePt t="3161" x="8658225" y="182563"/>
          <p14:tracePt t="3172" x="8775700" y="136525"/>
          <p14:tracePt t="3183" x="8913813" y="82550"/>
          <p14:tracePt t="3200" x="8950325" y="73025"/>
          <p14:tracePt t="3216" x="8986838" y="55563"/>
          <p14:tracePt t="3233" x="9013825" y="46038"/>
          <p14:tracePt t="3250" x="9013825" y="36513"/>
          <p14:tracePt t="3266" x="9023350" y="36513"/>
          <p14:tracePt t="3283" x="9032875" y="36513"/>
          <p14:tracePt t="3580" x="9023350" y="36513"/>
          <p14:tracePt t="3590" x="9013825" y="36513"/>
          <p14:tracePt t="3611" x="9004300" y="36513"/>
          <p14:tracePt t="3622" x="8996363" y="36513"/>
          <p14:tracePt t="3651" x="8986838" y="36513"/>
          <p14:tracePt t="3692" x="8977313" y="36513"/>
          <p14:tracePt t="3754" x="8967788" y="36513"/>
          <p14:tracePt t="3826" x="8959850" y="36513"/>
          <p14:tracePt t="6687" x="8950325" y="36513"/>
          <p14:tracePt t="6709" x="8931275" y="36513"/>
          <p14:tracePt t="6719" x="8921750" y="36513"/>
          <p14:tracePt t="6729" x="8904288" y="36513"/>
          <p14:tracePt t="6740" x="8877300" y="46038"/>
          <p14:tracePt t="6754" x="8821738" y="46038"/>
          <p14:tracePt t="6770" x="8721725" y="73025"/>
          <p14:tracePt t="6771" x="8493125" y="109538"/>
          <p14:tracePt t="6832" x="5972175" y="720725"/>
          <p14:tracePt t="6842" x="5626100" y="849313"/>
          <p14:tracePt t="6850" x="5132388" y="1022350"/>
          <p14:tracePt t="6862" x="4968875" y="1068388"/>
          <p14:tracePt t="6871" x="4721225" y="1131888"/>
          <p14:tracePt t="6887" x="4557713" y="1177925"/>
          <p14:tracePt t="6903" x="4219575" y="1306513"/>
          <p14:tracePt t="6920" x="4090988" y="1370013"/>
          <p14:tracePt t="6937" x="3908425" y="1460500"/>
          <p14:tracePt t="6954" x="3798888" y="1525588"/>
          <p14:tracePt t="6970" x="3771900" y="1552575"/>
          <p14:tracePt t="6987" x="3708400" y="1589088"/>
          <p14:tracePt t="7003" x="3689350" y="1616075"/>
          <p14:tracePt t="7020" x="3635375" y="1652588"/>
          <p14:tracePt t="7037" x="3589338" y="1698625"/>
          <p14:tracePt t="7053" x="3570288" y="1708150"/>
          <p14:tracePt t="7070" x="3552825" y="1725613"/>
          <p14:tracePt t="7087" x="3543300" y="1735138"/>
          <p14:tracePt t="7104" x="3533775" y="1744663"/>
          <p14:tracePt t="7127" x="3525838" y="1744663"/>
          <p14:tracePt t="7413" x="3506788" y="1744663"/>
          <p14:tracePt t="7425" x="3470275" y="1744663"/>
          <p14:tracePt t="7433" x="3416300" y="1744663"/>
          <p14:tracePt t="7444" x="3333750" y="1735138"/>
          <p14:tracePt t="7454" x="3178175" y="1735138"/>
          <p14:tracePt t="7471" x="3013075" y="1735138"/>
          <p14:tracePt t="7487" x="2438400" y="1735138"/>
          <p14:tracePt t="7504" x="1973263" y="1771650"/>
          <p14:tracePt t="7521" x="1516063" y="1898650"/>
          <p14:tracePt t="7537" x="1160463" y="2036763"/>
          <p14:tracePt t="7554" x="1058863" y="2090738"/>
          <p14:tracePt t="7571" x="885825" y="2246313"/>
          <p14:tracePt t="7587" x="785813" y="2411413"/>
          <p14:tracePt t="7604" x="776288" y="2520950"/>
          <p14:tracePt t="7621" x="766763" y="2657475"/>
          <p14:tracePt t="7638" x="793750" y="2720975"/>
          <p14:tracePt t="7638" x="895350" y="2794000"/>
          <p14:tracePt t="7654" x="1014413" y="2867025"/>
          <p14:tracePt t="7671" x="1360488" y="2930525"/>
          <p14:tracePt t="7688" x="1635125" y="2930525"/>
          <p14:tracePt t="7704" x="1973263" y="2876550"/>
          <p14:tracePt t="7721" x="2292350" y="2630488"/>
          <p14:tracePt t="7738" x="2392363" y="2547938"/>
          <p14:tracePt t="7754" x="2538413" y="2374900"/>
          <p14:tracePt t="7771" x="2603500" y="2219325"/>
          <p14:tracePt t="7787" x="2603500" y="2146300"/>
          <p14:tracePt t="7804" x="2566988" y="1954213"/>
          <p14:tracePt t="7821" x="2447925" y="1789113"/>
          <p14:tracePt t="7838" x="2346325" y="1716088"/>
          <p14:tracePt t="7854" x="2009775" y="1606550"/>
          <p14:tracePt t="7871" x="1827213" y="1606550"/>
          <p14:tracePt t="7888" x="1562100" y="1652588"/>
          <p14:tracePt t="7904" x="1323975" y="1835150"/>
          <p14:tracePt t="7921" x="1260475" y="1917700"/>
          <p14:tracePt t="7938" x="1160463" y="2082800"/>
          <p14:tracePt t="7954" x="1141413" y="2146300"/>
          <p14:tracePt t="7955" x="1141413" y="2200275"/>
          <p14:tracePt t="7971" x="1141413" y="2255838"/>
          <p14:tracePt t="7988" x="1204913" y="2355850"/>
          <p14:tracePt t="8004" x="1306513" y="2428875"/>
          <p14:tracePt t="8006" x="1470025" y="2484438"/>
          <p14:tracePt t="8021" x="1616075" y="2520950"/>
          <p14:tracePt t="8038" x="1944688" y="2520950"/>
          <p14:tracePt t="8055" x="2109788" y="2492375"/>
          <p14:tracePt t="8071" x="2374900" y="2392363"/>
          <p14:tracePt t="8088" x="2557463" y="2282825"/>
          <p14:tracePt t="8105" x="2603500" y="2246313"/>
          <p14:tracePt t="8121" x="2684463" y="2192338"/>
          <p14:tracePt t="8138" x="2713038" y="2163763"/>
          <p14:tracePt t="8155" x="2720975" y="2146300"/>
          <p14:tracePt t="8171" x="2730500" y="2127250"/>
          <p14:tracePt t="8188" x="2730500" y="2119313"/>
          <p14:tracePt t="8189" x="2740025" y="2109788"/>
          <p14:tracePt t="8210" x="2740025" y="2100263"/>
          <p14:tracePt t="8261" x="2740025" y="2090738"/>
          <p14:tracePt t="8302" x="2740025" y="2082800"/>
          <p14:tracePt t="8384" x="2730500" y="2082800"/>
          <p14:tracePt t="8414" x="2730500" y="2073275"/>
          <p14:tracePt t="9767" x="2740025" y="2073275"/>
          <p14:tracePt t="9778" x="2749550" y="2063750"/>
          <p14:tracePt t="9787" x="2767013" y="2054225"/>
          <p14:tracePt t="9798" x="2786063" y="2046288"/>
          <p14:tracePt t="9807" x="2803525" y="2036763"/>
          <p14:tracePt t="9823" x="2822575" y="2027238"/>
          <p14:tracePt t="9839" x="2867025" y="2017713"/>
          <p14:tracePt t="9856" x="2886075" y="2009775"/>
          <p14:tracePt t="9873" x="2913063" y="2000250"/>
          <p14:tracePt t="9890" x="2922588" y="2000250"/>
          <p14:tracePt t="9906" x="2922588" y="1990725"/>
          <p14:tracePt t="9923" x="2932113" y="1990725"/>
          <p14:tracePt t="9940" x="2940050" y="1990725"/>
          <p14:tracePt t="9972" x="2949575" y="1990725"/>
          <p14:tracePt t="10053" x="2959100" y="1990725"/>
          <p14:tracePt t="10420" x="2949575" y="1990725"/>
          <p14:tracePt t="10431" x="2932113" y="1981200"/>
          <p14:tracePt t="10441" x="2886075" y="1963738"/>
          <p14:tracePt t="10452" x="2830513" y="1944688"/>
          <p14:tracePt t="10462" x="2767013" y="1917700"/>
          <p14:tracePt t="10474" x="2684463" y="1890713"/>
          <p14:tracePt t="10490" x="2574925" y="1862138"/>
          <p14:tracePt t="10507" x="2382838" y="1808163"/>
          <p14:tracePt t="10523" x="2282825" y="1798638"/>
          <p14:tracePt t="10540" x="2255838" y="1789113"/>
          <p14:tracePt t="10557" x="2219325" y="1789113"/>
          <p14:tracePt t="10574" x="2200275" y="1781175"/>
          <p14:tracePt t="10595" x="2192338" y="1781175"/>
          <p14:tracePt t="10635" x="2200275" y="1781175"/>
          <p14:tracePt t="10647" x="2228850" y="1781175"/>
          <p14:tracePt t="10655" x="2292350" y="1798638"/>
          <p14:tracePt t="10666" x="2346325" y="1817688"/>
          <p14:tracePt t="10677" x="2465388" y="1844675"/>
          <p14:tracePt t="10690" x="2611438" y="1871663"/>
          <p14:tracePt t="10707" x="2986088" y="1963738"/>
          <p14:tracePt t="10724" x="3178175" y="2009775"/>
          <p14:tracePt t="10740" x="3424238" y="2119313"/>
          <p14:tracePt t="10757" x="3516313" y="2146300"/>
          <p14:tracePt t="10758" x="3598863" y="2173288"/>
          <p14:tracePt t="10774" x="3643313" y="2192338"/>
          <p14:tracePt t="10790" x="3708400" y="2209800"/>
          <p14:tracePt t="10807" x="3716338" y="2209800"/>
          <p14:tracePt t="10824" x="3735388" y="2219325"/>
          <p14:tracePt t="10841" x="3744913" y="2219325"/>
          <p14:tracePt t="10857" x="3762375" y="2228850"/>
          <p14:tracePt t="10874" x="3771900" y="2236788"/>
          <p14:tracePt t="10890" x="3781425" y="2246313"/>
          <p14:tracePt t="10908" x="3789363" y="2255838"/>
          <p14:tracePt t="10924" x="3808413" y="2255838"/>
          <p14:tracePt t="10941" x="3817938" y="2255838"/>
          <p14:tracePt t="10963" x="3825875" y="2255838"/>
          <p14:tracePt t="10974" x="3825875" y="2265363"/>
          <p14:tracePt t="10990" x="3835400" y="2265363"/>
          <p14:tracePt t="11045" x="3844925" y="2265363"/>
          <p14:tracePt t="11064" x="3854450" y="2273300"/>
          <p14:tracePt t="11084" x="3862388" y="2273300"/>
          <p14:tracePt t="11095" x="3862388" y="2282825"/>
          <p14:tracePt t="11105" x="3871913" y="2282825"/>
          <p14:tracePt t="11127" x="3881438" y="2292350"/>
          <p14:tracePt t="11146" x="3890963" y="2292350"/>
          <p14:tracePt t="11523" x="3898900" y="2292350"/>
          <p14:tracePt t="11534" x="3971925" y="2265363"/>
          <p14:tracePt t="11545" x="4183063" y="2146300"/>
          <p14:tracePt t="11558" x="4803775" y="1735138"/>
          <p14:tracePt t="11575" x="6146800" y="793750"/>
          <p14:tracePt t="11963" x="8931275" y="128588"/>
          <p14:tracePt t="11973" x="8812213" y="265113"/>
          <p14:tracePt t="11983" x="8721725" y="347663"/>
          <p14:tracePt t="11993" x="8629650" y="411163"/>
          <p14:tracePt t="12008" x="8575675" y="457200"/>
          <p14:tracePt t="12025" x="8512175" y="511175"/>
          <p14:tracePt t="12042" x="8493125" y="530225"/>
          <p14:tracePt t="12058" x="8456613" y="538163"/>
          <p14:tracePt t="12075" x="8439150" y="538163"/>
          <p14:tracePt t="12126" x="8429625" y="538163"/>
          <p14:tracePt t="12167" x="8420100" y="538163"/>
          <p14:tracePt t="12248" x="8410575" y="538163"/>
          <p14:tracePt t="12299" x="8402638" y="538163"/>
          <p14:tracePt t="19919" x="7351713" y="949325"/>
          <p14:tracePt t="19930" x="6840538" y="1250950"/>
          <p14:tracePt t="19940" x="6456363" y="1533525"/>
          <p14:tracePt t="19950" x="5872163" y="1917700"/>
          <p14:tracePt t="19966" x="5414963" y="2292350"/>
          <p14:tracePt t="19983" x="4183063" y="3378200"/>
          <p14:tracePt t="19999" x="3433763" y="3954463"/>
          <p14:tracePt t="20016" x="2667000" y="4602163"/>
          <p14:tracePt t="20033" x="2119313" y="5040313"/>
          <p14:tracePt t="20050" x="1954213" y="5168900"/>
          <p14:tracePt t="20066" x="1552575" y="5324475"/>
          <p14:tracePt t="20083" x="1323975" y="5424488"/>
          <p14:tracePt t="20100" x="1223963" y="5470525"/>
          <p14:tracePt t="20116" x="1150938" y="5497513"/>
          <p14:tracePt t="20133" x="1131888" y="5507038"/>
          <p14:tracePt t="20134" x="1123950" y="5524500"/>
          <p14:tracePt t="20150" x="1123950" y="5561013"/>
          <p14:tracePt t="20166" x="1131888" y="5643563"/>
          <p14:tracePt t="20183" x="1196975" y="5697538"/>
          <p14:tracePt t="20200" x="1497013" y="5770563"/>
          <p14:tracePt t="20216" x="1844675" y="5734050"/>
          <p14:tracePt t="20233" x="2182813" y="5551488"/>
          <p14:tracePt t="20250" x="2484438" y="5278438"/>
          <p14:tracePt t="20266" x="2593975" y="5132388"/>
          <p14:tracePt t="20267" x="2730500" y="4821238"/>
          <p14:tracePt t="20283" x="2786063" y="4657725"/>
          <p14:tracePt t="20300" x="2813050" y="4365625"/>
          <p14:tracePt t="20317" x="2813050" y="4164013"/>
          <p14:tracePt t="20317" x="2794000" y="4044950"/>
          <p14:tracePt t="20333" x="2757488" y="3954463"/>
          <p14:tracePt t="20350" x="2640013" y="3835400"/>
          <p14:tracePt t="20366" x="2520950" y="3762375"/>
          <p14:tracePt t="20383" x="2328863" y="3706813"/>
          <p14:tracePt t="20400" x="2192338" y="3706813"/>
          <p14:tracePt t="20416" x="2119313" y="3735388"/>
          <p14:tracePt t="20433" x="1990725" y="3898900"/>
          <p14:tracePt t="20450" x="1908175" y="4100513"/>
          <p14:tracePt t="20467" x="1881188" y="4173538"/>
          <p14:tracePt t="20483" x="1881188" y="4329113"/>
          <p14:tracePt t="20500" x="1881188" y="4383088"/>
          <p14:tracePt t="20501" x="1908175" y="4446588"/>
          <p14:tracePt t="20517" x="1973263" y="4483100"/>
          <p14:tracePt t="20533" x="2265363" y="4529138"/>
          <p14:tracePt t="20550" x="2438400" y="4492625"/>
          <p14:tracePt t="20567" x="2667000" y="4356100"/>
          <p14:tracePt t="20583" x="2840038" y="4200525"/>
          <p14:tracePt t="20600" x="2886075" y="4154488"/>
          <p14:tracePt t="20617" x="2949575" y="4073525"/>
          <p14:tracePt t="20634" x="2986088" y="4037013"/>
          <p14:tracePt t="20650" x="2995613" y="4017963"/>
          <p14:tracePt t="20667" x="2995613" y="4008438"/>
          <p14:tracePt t="20684" x="3005138" y="4000500"/>
          <p14:tracePt t="20684" x="3005138" y="3990975"/>
          <p14:tracePt t="20808" x="3005138" y="3981450"/>
          <p14:tracePt t="26406" x="3032125" y="3954463"/>
          <p14:tracePt t="26416" x="3232150" y="3852863"/>
          <p14:tracePt t="26428" x="3643313" y="3533775"/>
          <p14:tracePt t="26439" x="4419600" y="3078163"/>
          <p14:tracePt t="26456" x="4940300" y="2711450"/>
          <p14:tracePt t="26473" x="6273800" y="1825625"/>
          <p14:tracePt t="26489" x="7361238" y="1287463"/>
          <p14:tracePt t="26506" x="7881938" y="1114425"/>
          <p14:tracePt t="26523" x="8566150" y="903288"/>
          <p14:tracePt t="26539" x="8794750" y="830263"/>
          <p14:tracePt t="26556" x="8867775" y="822325"/>
          <p14:tracePt t="26573" x="8940800" y="793750"/>
          <p14:tracePt t="26589" x="8977313" y="766763"/>
          <p14:tracePt t="26590" x="8996363" y="749300"/>
          <p14:tracePt t="26606" x="9013825" y="739775"/>
          <p14:tracePt t="26623" x="9040813" y="720725"/>
          <p14:tracePt t="26639" x="9059863" y="703263"/>
          <p14:tracePt t="26656" x="9086850" y="666750"/>
          <p14:tracePt t="26673" x="9105900" y="639763"/>
          <p14:tracePt t="26689" x="9113838" y="630238"/>
          <p14:tracePt t="26706" x="9123363" y="611188"/>
          <p14:tracePt t="26744" x="9123363" y="603250"/>
          <p14:tracePt t="26753" x="9123363" y="593725"/>
          <p14:tracePt t="26765" x="9123363" y="584200"/>
          <p14:tracePt t="26773" x="9123363" y="566738"/>
          <p14:tracePt t="26789" x="9123363" y="547688"/>
          <p14:tracePt t="26806" x="9113838" y="520700"/>
          <p14:tracePt t="26823" x="9077325" y="501650"/>
          <p14:tracePt t="26840" x="8977313" y="457200"/>
          <p14:tracePt t="26856" x="8804275" y="428625"/>
          <p14:tracePt t="26873" x="8731250" y="428625"/>
          <p14:tracePt t="26890" x="8602663" y="428625"/>
          <p14:tracePt t="26907" x="8529638" y="428625"/>
          <p14:tracePt t="26923" x="8502650" y="428625"/>
          <p14:tracePt t="26940" x="8483600" y="428625"/>
          <p14:tracePt t="26956" x="8475663" y="428625"/>
          <p14:tracePt t="26989" x="8466138" y="428625"/>
          <p14:tracePt t="27039" x="8456613" y="428625"/>
          <p14:tracePt t="27091" x="8447088" y="428625"/>
          <p14:tracePt t="27151" x="8439150" y="428625"/>
          <p14:tracePt t="27172" x="8429625" y="428625"/>
          <p14:tracePt t="27202" x="8410575" y="438150"/>
          <p14:tracePt t="27213" x="8402638" y="438150"/>
          <p14:tracePt t="38903" x="6777038" y="866775"/>
          <p14:tracePt t="38912" x="6018213" y="1141413"/>
          <p14:tracePt t="38924" x="4830763" y="1570038"/>
          <p14:tracePt t="38935" x="4183063" y="1898650"/>
          <p14:tracePt t="38952" x="3032125" y="2292350"/>
          <p14:tracePt t="38968" x="1927225" y="2720975"/>
          <p14:tracePt t="38985" x="1644650" y="2867025"/>
          <p14:tracePt t="38985" x="1323975" y="3013075"/>
          <p14:tracePt t="39001" x="1233488" y="3059113"/>
          <p14:tracePt t="39018" x="1104900" y="3105150"/>
          <p14:tracePt t="39035" x="1087438" y="3105150"/>
          <p14:tracePt t="39036" x="1068388" y="3114675"/>
          <p14:tracePt t="39051" x="1058863" y="3114675"/>
          <p14:tracePt t="39068" x="1050925" y="3114675"/>
          <p14:tracePt t="39107" x="1041400" y="3114675"/>
          <p14:tracePt t="39168" x="1041400" y="3122613"/>
          <p14:tracePt t="39190" x="1050925" y="3141663"/>
          <p14:tracePt t="39198" x="1095375" y="3159125"/>
          <p14:tracePt t="39209" x="1177925" y="3205163"/>
          <p14:tracePt t="39219" x="1241425" y="3224213"/>
          <p14:tracePt t="39235" x="1323975" y="3268663"/>
          <p14:tracePt t="39252" x="1479550" y="3314700"/>
          <p14:tracePt t="39269" x="1579563" y="3360738"/>
          <p14:tracePt t="39285" x="1900238" y="3479800"/>
          <p14:tracePt t="39302" x="2228850" y="3652838"/>
          <p14:tracePt t="39319" x="2419350" y="3735388"/>
          <p14:tracePt t="39335" x="2611438" y="3808413"/>
          <p14:tracePt t="39352" x="2676525" y="3816350"/>
          <p14:tracePt t="39369" x="2693988" y="3816350"/>
          <p14:tracePt t="39385" x="2703513" y="3816350"/>
          <p14:tracePt t="39424" x="2713038" y="3816350"/>
          <p14:tracePt t="39495" x="2713038" y="3808413"/>
          <p14:tracePt t="39515" x="2713038" y="3798888"/>
          <p14:tracePt t="39567" x="2703513" y="3798888"/>
          <p14:tracePt t="39576" x="2684463" y="3798888"/>
          <p14:tracePt t="39587" x="2667000" y="3798888"/>
          <p14:tracePt t="39602" x="2640013" y="3798888"/>
          <p14:tracePt t="39619" x="2566988" y="3808413"/>
          <p14:tracePt t="39635" x="2520950" y="3825875"/>
          <p14:tracePt t="39652" x="2401888" y="3844925"/>
          <p14:tracePt t="39669" x="2355850" y="3852863"/>
          <p14:tracePt t="39686" x="2338388" y="3862388"/>
          <p14:tracePt t="39702" x="2319338" y="3862388"/>
          <p14:tracePt t="39719" x="2309813" y="3871913"/>
          <p14:tracePt t="39771" x="2328863" y="3871913"/>
          <p14:tracePt t="39781" x="2355850" y="3871913"/>
          <p14:tracePt t="39791" x="2428875" y="3871913"/>
          <p14:tracePt t="39802" x="2501900" y="3871913"/>
          <p14:tracePt t="39819" x="2593975" y="3871913"/>
          <p14:tracePt t="39836" x="2767013" y="3852863"/>
          <p14:tracePt t="39852" x="2830513" y="3835400"/>
          <p14:tracePt t="39853" x="2886075" y="3816350"/>
          <p14:tracePt t="39869" x="2913063" y="3808413"/>
          <p14:tracePt t="39886" x="2949575" y="3789363"/>
          <p14:tracePt t="39903" x="2968625" y="3789363"/>
          <p14:tracePt t="39919" x="2976563" y="3779838"/>
          <p14:tracePt t="39956" x="2976563" y="3771900"/>
          <p14:tracePt t="39966" x="2940050" y="3762375"/>
          <p14:tracePt t="39976" x="2876550" y="3752850"/>
          <p14:tracePt t="39986" x="2749550" y="3735388"/>
          <p14:tracePt t="40003" x="2620963" y="3725863"/>
          <p14:tracePt t="40019" x="2273300" y="3725863"/>
          <p14:tracePt t="40036" x="1973263" y="3789363"/>
          <p14:tracePt t="40053" x="1863725" y="3835400"/>
          <p14:tracePt t="40069" x="1735138" y="3898900"/>
          <p14:tracePt t="40086" x="1708150" y="3908425"/>
          <p14:tracePt t="40087" x="1689100" y="3927475"/>
          <p14:tracePt t="40103" x="1671638" y="3927475"/>
          <p14:tracePt t="40119" x="1662113" y="3935413"/>
          <p14:tracePt t="40139" x="1662113" y="3944938"/>
          <p14:tracePt t="40158" x="1662113" y="3963988"/>
          <p14:tracePt t="40170" x="1689100" y="3971925"/>
          <p14:tracePt t="40186" x="1744663" y="4000500"/>
          <p14:tracePt t="40203" x="1917700" y="4037013"/>
          <p14:tracePt t="40220" x="2046288" y="4037013"/>
          <p14:tracePt t="40220" x="2136775" y="4037013"/>
          <p14:tracePt t="40236" x="2273300" y="4017963"/>
          <p14:tracePt t="40253" x="2538413" y="3927475"/>
          <p14:tracePt t="40270" x="2620963" y="3889375"/>
          <p14:tracePt t="40286" x="2776538" y="3835400"/>
          <p14:tracePt t="40303" x="2840038" y="3808413"/>
          <p14:tracePt t="40319" x="2859088" y="3808413"/>
          <p14:tracePt t="40336" x="2876550" y="3789363"/>
          <p14:tracePt t="40363" x="2886075" y="3779838"/>
          <p14:tracePt t="40374" x="2886075" y="3771900"/>
          <p14:tracePt t="40386" x="2886075" y="3762375"/>
          <p14:tracePt t="40403" x="2886075" y="3752850"/>
          <p14:tracePt t="40420" x="2886075" y="3735388"/>
          <p14:tracePt t="40436" x="2813050" y="3698875"/>
          <p14:tracePt t="40453" x="2749550" y="3679825"/>
          <p14:tracePt t="40469" x="2584450" y="3679825"/>
          <p14:tracePt t="40486" x="2438400" y="3679825"/>
          <p14:tracePt t="40503" x="2392363" y="3679825"/>
          <p14:tracePt t="40520" x="2346325" y="3679825"/>
          <p14:tracePt t="40536" x="2338388" y="3679825"/>
          <p14:tracePt t="40537" x="2338388" y="3689350"/>
          <p14:tracePt t="40553" x="2338388" y="3698875"/>
          <p14:tracePt t="40570" x="2338388" y="3716338"/>
          <p14:tracePt t="40586" x="2355850" y="3752850"/>
          <p14:tracePt t="40587" x="2438400" y="3789363"/>
          <p14:tracePt t="40603" x="2520950" y="3844925"/>
          <p14:tracePt t="40620" x="2786063" y="3917950"/>
          <p14:tracePt t="40637" x="2932113" y="3963988"/>
          <p14:tracePt t="40653" x="3086100" y="3990975"/>
          <p14:tracePt t="40670" x="3168650" y="3990975"/>
          <p14:tracePt t="40687" x="3195638" y="3990975"/>
          <p14:tracePt t="40703" x="3224213" y="3990975"/>
          <p14:tracePt t="40720" x="3232150" y="3990975"/>
          <p14:tracePt t="40737" x="3241675" y="3990975"/>
          <p14:tracePt t="42431" x="3251200" y="3981450"/>
          <p14:tracePt t="42442" x="3333750" y="3908425"/>
          <p14:tracePt t="42451" x="3416300" y="3789363"/>
          <p14:tracePt t="42462" x="3671888" y="3516313"/>
          <p14:tracePt t="42472" x="4064000" y="3122613"/>
          <p14:tracePt t="42488" x="4757738" y="2428875"/>
          <p14:tracePt t="42505" x="5835650" y="1725613"/>
          <p14:tracePt t="42522" x="6118225" y="1579563"/>
          <p14:tracePt t="42538" x="6638925" y="1370013"/>
          <p14:tracePt t="42555" x="6950075" y="1277938"/>
          <p14:tracePt t="42572" x="7069138" y="1233488"/>
          <p14:tracePt t="42588" x="7196138" y="1168400"/>
          <p14:tracePt t="42605" x="7269163" y="1114425"/>
          <p14:tracePt t="42622" x="7305675" y="1104900"/>
          <p14:tracePt t="42638" x="7351713" y="1068388"/>
          <p14:tracePt t="42655" x="7397750" y="1050925"/>
          <p14:tracePt t="42672" x="7507288" y="985838"/>
          <p14:tracePt t="42688" x="7643813" y="949325"/>
          <p14:tracePt t="42705" x="7716838" y="931863"/>
          <p14:tracePt t="42722" x="7826375" y="895350"/>
          <p14:tracePt t="42738" x="7945438" y="849313"/>
          <p14:tracePt t="42755" x="8027988" y="812800"/>
          <p14:tracePt t="42772" x="8228013" y="720725"/>
          <p14:tracePt t="42789" x="8402638" y="630238"/>
          <p14:tracePt t="42805" x="8456613" y="593725"/>
          <p14:tracePt t="42822" x="8502650" y="566738"/>
          <p14:tracePt t="42839" x="8520113" y="538163"/>
          <p14:tracePt t="42839" x="8539163" y="530225"/>
          <p14:tracePt t="42871" x="8548688" y="530225"/>
          <p14:tracePt t="42880" x="8548688" y="511175"/>
          <p14:tracePt t="42890" x="8548688" y="501650"/>
          <p14:tracePt t="42905" x="8548688" y="484188"/>
          <p14:tracePt t="42922" x="8548688" y="457200"/>
          <p14:tracePt t="42943" x="8548688" y="447675"/>
          <p14:tracePt t="42955" x="8548688" y="438150"/>
          <p14:tracePt t="42972" x="8529638" y="420688"/>
          <p14:tracePt t="42989" x="8529638" y="411163"/>
          <p14:tracePt t="43005" x="8502650" y="392113"/>
          <p14:tracePt t="43022" x="8483600" y="392113"/>
          <p14:tracePt t="43039" x="8447088" y="365125"/>
          <p14:tracePt t="43055" x="8420100" y="365125"/>
          <p14:tracePt t="43072" x="8402638" y="355600"/>
          <p14:tracePt t="51238" x="8072438" y="630238"/>
          <p14:tracePt t="51247" x="7881938" y="803275"/>
          <p14:tracePt t="51258" x="7689850" y="1014413"/>
          <p14:tracePt t="51269" x="7470775" y="1260475"/>
          <p14:tracePt t="51280" x="7242175" y="1589088"/>
          <p14:tracePt t="51297" x="7032625" y="1798638"/>
          <p14:tracePt t="51314" x="6721475" y="2209800"/>
          <p14:tracePt t="51330" x="6565900" y="2392363"/>
          <p14:tracePt t="51347" x="6492875" y="2492375"/>
          <p14:tracePt t="51363" x="6392863" y="2657475"/>
          <p14:tracePt t="51380" x="6346825" y="2784475"/>
          <p14:tracePt t="51397" x="6346825" y="2857500"/>
          <p14:tracePt t="51414" x="6346825" y="2976563"/>
          <p14:tracePt t="51430" x="6346825" y="3005138"/>
          <p14:tracePt t="51431" x="6356350" y="3013075"/>
          <p14:tracePt t="51447" x="6402388" y="3041650"/>
          <p14:tracePt t="51464" x="6594475" y="3068638"/>
          <p14:tracePt t="51480" x="6704013" y="3049588"/>
          <p14:tracePt t="51497" x="7059613" y="2876550"/>
          <p14:tracePt t="51514" x="7543800" y="2565400"/>
          <p14:tracePt t="51531" x="7716838" y="2455863"/>
          <p14:tracePt t="51547" x="7881938" y="2328863"/>
          <p14:tracePt t="51564" x="7908925" y="2301875"/>
          <p14:tracePt t="51565" x="7935913" y="2255838"/>
          <p14:tracePt t="51581" x="7954963" y="2209800"/>
          <p14:tracePt t="51597" x="7962900" y="2109788"/>
          <p14:tracePt t="51614" x="7954963" y="2063750"/>
          <p14:tracePt t="51630" x="7799388" y="1944688"/>
          <p14:tracePt t="51647" x="7451725" y="1798638"/>
          <p14:tracePt t="51664" x="7288213" y="1798638"/>
          <p14:tracePt t="51681" x="6886575" y="1844675"/>
          <p14:tracePt t="51697" x="6575425" y="2046288"/>
          <p14:tracePt t="51714" x="6456363" y="2136775"/>
          <p14:tracePt t="51731" x="6256338" y="2309813"/>
          <p14:tracePt t="51748" x="6127750" y="2455863"/>
          <p14:tracePt t="51764" x="6100763" y="2538413"/>
          <p14:tracePt t="51781" x="6073775" y="2757488"/>
          <p14:tracePt t="51797" x="6073775" y="2867025"/>
          <p14:tracePt t="51814" x="6118225" y="2976563"/>
          <p14:tracePt t="51831" x="6227763" y="3022600"/>
          <p14:tracePt t="51847" x="6356350" y="3041650"/>
          <p14:tracePt t="51864" x="6648450" y="2876550"/>
          <p14:tracePt t="51881" x="6767513" y="2757488"/>
          <p14:tracePt t="51881" x="6923088" y="2574925"/>
          <p14:tracePt t="51897" x="7050088" y="2355850"/>
          <p14:tracePt t="51914" x="7242175" y="1890713"/>
          <p14:tracePt t="51931" x="7269163" y="1735138"/>
          <p14:tracePt t="51947" x="7296150" y="1589088"/>
          <p14:tracePt t="51964" x="7296150" y="1452563"/>
          <p14:tracePt t="51981" x="7288213" y="1406525"/>
          <p14:tracePt t="51998" x="7215188" y="1333500"/>
          <p14:tracePt t="52014" x="7169150" y="1306513"/>
          <p14:tracePt t="52015" x="7113588" y="1287463"/>
          <p14:tracePt t="52031" x="7040563" y="1287463"/>
          <p14:tracePt t="52048" x="6867525" y="1387475"/>
          <p14:tracePt t="52064" x="6767513" y="1525588"/>
          <p14:tracePt t="52065" x="6694488" y="1671638"/>
          <p14:tracePt t="52081" x="6602413" y="1917700"/>
          <p14:tracePt t="52098" x="6538913" y="2182813"/>
          <p14:tracePt t="52114" x="6511925" y="2292350"/>
          <p14:tracePt t="52115" x="6502400" y="2447925"/>
          <p14:tracePt t="52131" x="6502400" y="2538413"/>
          <p14:tracePt t="52148" x="6502400" y="2703513"/>
          <p14:tracePt t="52165" x="6529388" y="2747963"/>
          <p14:tracePt t="52181" x="6575425" y="2794000"/>
          <p14:tracePt t="52198" x="6630988" y="2813050"/>
          <p14:tracePt t="52198" x="6721475" y="2813050"/>
          <p14:tracePt t="52214" x="6784975" y="2813050"/>
          <p14:tracePt t="52231" x="6894513" y="2813050"/>
          <p14:tracePt t="52248" x="6959600" y="2776538"/>
          <p14:tracePt t="52249" x="6996113" y="2747963"/>
          <p14:tracePt t="52264" x="7013575" y="2720975"/>
          <p14:tracePt t="52281" x="7069138" y="2630488"/>
          <p14:tracePt t="52298" x="7096125" y="2584450"/>
          <p14:tracePt t="52315" x="7105650" y="2501900"/>
          <p14:tracePt t="52331" x="7105650" y="2428875"/>
          <p14:tracePt t="52348" x="7105650" y="2392363"/>
          <p14:tracePt t="52365" x="7105650" y="2355850"/>
          <p14:tracePt t="52381" x="7086600" y="2319338"/>
          <p14:tracePt t="52398" x="7059613" y="2301875"/>
          <p14:tracePt t="52415" x="7023100" y="2292350"/>
          <p14:tracePt t="52431" x="6996113" y="2292350"/>
          <p14:tracePt t="52448" x="6959600" y="2292350"/>
          <p14:tracePt t="52465" x="6923088" y="2301875"/>
          <p14:tracePt t="52481" x="6913563" y="2309813"/>
          <p14:tracePt t="52498" x="6886575" y="2328863"/>
          <p14:tracePt t="52515" x="6877050" y="2328863"/>
          <p14:tracePt t="52545" x="6877050" y="2338388"/>
          <p14:tracePt t="52576" x="6867525" y="2338388"/>
          <p14:tracePt t="52647" x="6858000" y="2338388"/>
          <p14:tracePt t="54421" x="6867525" y="2328863"/>
          <p14:tracePt t="54431" x="6877050" y="2301875"/>
          <p14:tracePt t="54442" x="6886575" y="2282825"/>
          <p14:tracePt t="54451" x="6894513" y="2282825"/>
          <p14:tracePt t="54467" x="6894513" y="2265363"/>
          <p14:tracePt t="54483" x="6904038" y="2209800"/>
          <p14:tracePt t="54500" x="6904038" y="2182813"/>
          <p14:tracePt t="54517" x="6904038" y="2127250"/>
          <p14:tracePt t="54534" x="6904038" y="2082800"/>
          <p14:tracePt t="54550" x="6904038" y="2046288"/>
          <p14:tracePt t="54567" x="6886575" y="2000250"/>
          <p14:tracePt t="54583" x="6867525" y="1981200"/>
          <p14:tracePt t="54600" x="6777038" y="1935163"/>
          <p14:tracePt t="54617" x="6694488" y="1935163"/>
          <p14:tracePt t="54634" x="6667500" y="1944688"/>
          <p14:tracePt t="54650" x="6584950" y="2063750"/>
          <p14:tracePt t="54667" x="6475413" y="2346325"/>
          <p14:tracePt t="54684" x="6465888" y="2438400"/>
          <p14:tracePt t="54700" x="6465888" y="2593975"/>
          <p14:tracePt t="54717" x="6465888" y="2647950"/>
          <p14:tracePt t="54717" x="6465888" y="2674938"/>
          <p14:tracePt t="54734" x="6475413" y="2703513"/>
          <p14:tracePt t="54750" x="6594475" y="2757488"/>
          <p14:tracePt t="54767" x="6694488" y="2767013"/>
          <p14:tracePt t="54784" x="6931025" y="2767013"/>
          <p14:tracePt t="54800" x="7069138" y="2740025"/>
          <p14:tracePt t="54817" x="7113588" y="2730500"/>
          <p14:tracePt t="54834" x="7142163" y="2693988"/>
          <p14:tracePt t="54850" x="7178675" y="2611438"/>
          <p14:tracePt t="54867" x="7196138" y="2538413"/>
          <p14:tracePt t="54884" x="7205663" y="2401888"/>
          <p14:tracePt t="54901" x="7205663" y="2319338"/>
          <p14:tracePt t="54917" x="7205663" y="2301875"/>
          <p14:tracePt t="54934" x="7205663" y="2265363"/>
          <p14:tracePt t="54951" x="7186613" y="2255838"/>
          <p14:tracePt t="54967" x="7169150" y="2236788"/>
          <p14:tracePt t="54984" x="7150100" y="2219325"/>
          <p14:tracePt t="55001" x="7142163" y="2219325"/>
          <p14:tracePt t="55017" x="7132638" y="2219325"/>
          <p14:tracePt t="55034" x="7113588" y="2219325"/>
          <p14:tracePt t="55065" x="7105650" y="2219325"/>
          <p14:tracePt t="55115" x="7096125" y="2219325"/>
          <p14:tracePt t="56622" x="7096125" y="2200275"/>
          <p14:tracePt t="56631" x="7123113" y="2163763"/>
          <p14:tracePt t="56642" x="7178675" y="2082800"/>
          <p14:tracePt t="56652" x="7269163" y="1944688"/>
          <p14:tracePt t="56669" x="7424738" y="1735138"/>
          <p14:tracePt t="56686" x="7918450" y="1168400"/>
          <p14:tracePt t="56702" x="8220075" y="830263"/>
          <p14:tracePt t="56719" x="8301038" y="757238"/>
          <p14:tracePt t="56735" x="8374063" y="693738"/>
          <p14:tracePt t="56752" x="8393113" y="684213"/>
          <p14:tracePt t="56769" x="8420100" y="657225"/>
          <p14:tracePt t="56786" x="8439150" y="639763"/>
          <p14:tracePt t="56806" x="8447088" y="639763"/>
          <p14:tracePt t="56836" x="8456613" y="639763"/>
          <p14:tracePt t="56866" x="8456613" y="630238"/>
          <p14:tracePt t="56938" x="8456613" y="620713"/>
          <p14:tracePt t="56971" x="8456613" y="611188"/>
          <p14:tracePt t="56992" x="8456613" y="603250"/>
          <p14:tracePt t="57011" x="8447088" y="593725"/>
          <p14:tracePt t="57020" x="8429625" y="584200"/>
          <p14:tracePt t="57030" x="8410575" y="566738"/>
          <p14:tracePt t="58267" x="7735888" y="757238"/>
          <p14:tracePt t="58276" x="7616825" y="876300"/>
          <p14:tracePt t="58287" x="7451725" y="1041400"/>
          <p14:tracePt t="58297" x="7334250" y="1150938"/>
          <p14:tracePt t="58307" x="7215188" y="1250950"/>
          <p14:tracePt t="58320" x="7105650" y="1406525"/>
          <p14:tracePt t="58337" x="6858000" y="1927225"/>
          <p14:tracePt t="58354" x="6777038" y="2255838"/>
          <p14:tracePt t="58371" x="6638925" y="3187700"/>
          <p14:tracePt t="58387" x="6621463" y="3370263"/>
          <p14:tracePt t="58404" x="6611938" y="3698875"/>
          <p14:tracePt t="58420" x="6611938" y="3971925"/>
          <p14:tracePt t="58437" x="6648450" y="4154488"/>
          <p14:tracePt t="58454" x="6777038" y="4529138"/>
          <p14:tracePt t="58471" x="7013575" y="4986338"/>
          <p14:tracePt t="58487" x="7077075" y="5122863"/>
          <p14:tracePt t="58504" x="7205663" y="5305425"/>
          <p14:tracePt t="58521" x="7251700" y="5360988"/>
          <p14:tracePt t="58537" x="7288213" y="5378450"/>
          <p14:tracePt t="58554" x="7407275" y="5360988"/>
          <p14:tracePt t="58570" x="7534275" y="5259388"/>
          <p14:tracePt t="58587" x="8064500" y="4884738"/>
          <p14:tracePt t="58604" x="8739188" y="4529138"/>
          <p14:tracePt t="58621" x="9086850" y="4402138"/>
          <p14:tracePt t="58637" x="9405938" y="4292600"/>
          <p14:tracePt t="58654" x="9515475" y="4246563"/>
          <p14:tracePt t="58671" x="9534525" y="4227513"/>
          <p14:tracePt t="58687" x="9544050" y="4191000"/>
          <p14:tracePt t="58704" x="9507538" y="4117975"/>
          <p14:tracePt t="58721" x="9424988" y="4044950"/>
          <p14:tracePt t="58738" x="9013825" y="3898900"/>
          <p14:tracePt t="58754" x="8731250" y="3862388"/>
          <p14:tracePt t="58771" x="8228013" y="3862388"/>
          <p14:tracePt t="58787" x="7889875" y="3944938"/>
          <p14:tracePt t="58804" x="7789863" y="3981450"/>
          <p14:tracePt t="58821" x="7662863" y="4110038"/>
          <p14:tracePt t="58838" x="7524750" y="4392613"/>
          <p14:tracePt t="58854" x="7451725" y="4629150"/>
          <p14:tracePt t="58871" x="7424738" y="5013325"/>
          <p14:tracePt t="58888" x="7424738" y="5122863"/>
          <p14:tracePt t="58904" x="7461250" y="5268913"/>
          <p14:tracePt t="58921" x="7534275" y="5351463"/>
          <p14:tracePt t="58938" x="7634288" y="5387975"/>
          <p14:tracePt t="58954" x="7962900" y="5405438"/>
          <p14:tracePt t="58971" x="8439150" y="5168900"/>
          <p14:tracePt t="58988" x="8821738" y="4830763"/>
          <p14:tracePt t="59004" x="9105900" y="4565650"/>
          <p14:tracePt t="59021" x="9186863" y="4446588"/>
          <p14:tracePt t="59038" x="9278938" y="4117975"/>
          <p14:tracePt t="59054" x="9278938" y="3771900"/>
          <p14:tracePt t="59071" x="9259888" y="3616325"/>
          <p14:tracePt t="59072" x="9223375" y="3552825"/>
          <p14:tracePt t="59088" x="9178925" y="3506788"/>
          <p14:tracePt t="59104" x="8996363" y="3397250"/>
          <p14:tracePt t="59121" x="8877300" y="3360738"/>
          <p14:tracePt t="59138" x="8585200" y="3360738"/>
          <p14:tracePt t="59155" x="8439150" y="3397250"/>
          <p14:tracePt t="59155" x="8247063" y="3479800"/>
          <p14:tracePt t="59171" x="8147050" y="3543300"/>
          <p14:tracePt t="59188" x="7935913" y="3779838"/>
          <p14:tracePt t="59205" x="7845425" y="3917950"/>
          <p14:tracePt t="59221" x="7726363" y="4146550"/>
          <p14:tracePt t="59238" x="7670800" y="4319588"/>
          <p14:tracePt t="59255" x="7662863" y="4438650"/>
          <p14:tracePt t="59271" x="7662863" y="4565650"/>
          <p14:tracePt t="59288" x="7662863" y="4675188"/>
          <p14:tracePt t="59305" x="7662863" y="4711700"/>
          <p14:tracePt t="59321" x="7670800" y="4748213"/>
          <p14:tracePt t="59338" x="7699375" y="4757738"/>
          <p14:tracePt t="59355" x="7707313" y="4784725"/>
          <p14:tracePt t="59372" x="7726363" y="4794250"/>
          <p14:tracePt t="59388" x="7743825" y="4794250"/>
          <p14:tracePt t="59405" x="7753350" y="4803775"/>
          <p14:tracePt t="59429" x="7762875" y="4803775"/>
          <p14:tracePt t="59461" x="7772400" y="4803775"/>
          <p14:tracePt t="59522" x="7780338" y="4803775"/>
          <p14:tracePt t="60421" x="7799388" y="4803775"/>
          <p14:tracePt t="60430" x="7826375" y="4775200"/>
          <p14:tracePt t="60441" x="7872413" y="4738688"/>
          <p14:tracePt t="60456" x="7935913" y="4675188"/>
          <p14:tracePt t="60472" x="8174038" y="4465638"/>
          <p14:tracePt t="60489" x="8329613" y="4373563"/>
          <p14:tracePt t="60506" x="8529638" y="4227513"/>
          <p14:tracePt t="60522" x="8658225" y="4183063"/>
          <p14:tracePt t="60539" x="8685213" y="4173538"/>
          <p14:tracePt t="60556" x="8712200" y="4154488"/>
          <p14:tracePt t="60573" x="8721725" y="4146550"/>
          <p14:tracePt t="60594" x="8721725" y="4137025"/>
          <p14:tracePt t="60614" x="8694738" y="4117975"/>
          <p14:tracePt t="60624" x="8612188" y="4090988"/>
          <p14:tracePt t="60639" x="8466138" y="4044950"/>
          <p14:tracePt t="60656" x="8128000" y="4000500"/>
          <p14:tracePt t="60673" x="7999413" y="3990975"/>
          <p14:tracePt t="60689" x="7762875" y="3990975"/>
          <p14:tracePt t="60706" x="7689850" y="3990975"/>
          <p14:tracePt t="60727" x="7680325" y="3990975"/>
          <p14:tracePt t="60767" x="7689850" y="3981450"/>
          <p14:tracePt t="60778" x="7743825" y="3963988"/>
          <p14:tracePt t="60788" x="7835900" y="3954463"/>
          <p14:tracePt t="60798" x="7972425" y="3908425"/>
          <p14:tracePt t="60809" x="8183563" y="3862388"/>
          <p14:tracePt t="60823" x="8685213" y="3762375"/>
          <p14:tracePt t="60839" x="8867775" y="3735388"/>
          <p14:tracePt t="60840" x="9132888" y="3679825"/>
          <p14:tracePt t="60856" x="9251950" y="3652838"/>
          <p14:tracePt t="60873" x="9405938" y="3625850"/>
          <p14:tracePt t="60890" x="9434513" y="3616325"/>
          <p14:tracePt t="60890" x="9442450" y="3616325"/>
          <p14:tracePt t="60906" x="9461500" y="3616325"/>
          <p14:tracePt t="60923" x="9461500" y="3606800"/>
          <p14:tracePt t="60941" x="9461500" y="3597275"/>
          <p14:tracePt t="60956" x="9451975" y="3579813"/>
          <p14:tracePt t="60973" x="9232900" y="3487738"/>
          <p14:tracePt t="60990" x="8940800" y="3451225"/>
          <p14:tracePt t="61006" x="8612188" y="3424238"/>
          <p14:tracePt t="61023" x="8393113" y="3424238"/>
          <p14:tracePt t="61040" x="8320088" y="3424238"/>
          <p14:tracePt t="61056" x="8247063" y="3424238"/>
          <p14:tracePt t="61074" x="8220075" y="3433763"/>
          <p14:tracePt t="61095" x="8210550" y="3433763"/>
          <p14:tracePt t="61126" x="8210550" y="3443288"/>
          <p14:tracePt t="61136" x="8210550" y="3451225"/>
          <p14:tracePt t="61156" x="8210550" y="3460750"/>
          <p14:tracePt t="61166" x="8228013" y="3479800"/>
          <p14:tracePt t="61177" x="8247063" y="3487738"/>
          <p14:tracePt t="61190" x="8264525" y="3506788"/>
          <p14:tracePt t="61207" x="8301038" y="3524250"/>
          <p14:tracePt t="61223" x="8310563" y="3533775"/>
          <p14:tracePt t="61240" x="8329613" y="3543300"/>
          <p14:tracePt t="61257" x="8337550" y="3552825"/>
          <p14:tracePt t="61273" x="8347075" y="3552825"/>
          <p14:tracePt t="61329" x="8356600" y="3560763"/>
          <p14:tracePt t="62779" x="8356600" y="3589338"/>
          <p14:tracePt t="62789" x="8356600" y="3625850"/>
          <p14:tracePt t="62800" x="8347075" y="3670300"/>
          <p14:tracePt t="62810" x="8337550" y="3725863"/>
          <p14:tracePt t="62825" x="8329613" y="3789363"/>
          <p14:tracePt t="62841" x="8283575" y="4017963"/>
          <p14:tracePt t="62859" x="8256588" y="4183063"/>
          <p14:tracePt t="62875" x="8210550" y="4373563"/>
          <p14:tracePt t="62892" x="8191500" y="4492625"/>
          <p14:tracePt t="62908" x="8183563" y="4519613"/>
          <p14:tracePt t="62925" x="8174038" y="4602163"/>
          <p14:tracePt t="62942" x="8174038" y="4638675"/>
          <p14:tracePt t="62942" x="8154988" y="4694238"/>
          <p14:tracePt t="62958" x="8154988" y="4748213"/>
          <p14:tracePt t="62975" x="8137525" y="4857750"/>
          <p14:tracePt t="62991" x="8137525" y="4913313"/>
          <p14:tracePt t="63008" x="8128000" y="4967288"/>
          <p14:tracePt t="63025" x="8118475" y="5003800"/>
          <p14:tracePt t="63042" x="8118475" y="5013325"/>
          <p14:tracePt t="63059" x="8108950" y="5040313"/>
          <p14:tracePt t="63075" x="8101013" y="5059363"/>
          <p14:tracePt t="63092" x="8101013" y="5076825"/>
          <p14:tracePt t="63109" x="8091488" y="5095875"/>
          <p14:tracePt t="63125" x="8091488" y="5105400"/>
          <p14:tracePt t="63142" x="8081963" y="5113338"/>
          <p14:tracePt t="63158" x="8081963" y="5122863"/>
          <p14:tracePt t="63175" x="8081963" y="5132388"/>
          <p14:tracePt t="63239" x="8081963" y="5141913"/>
          <p14:tracePt t="63678" x="8081963" y="5149850"/>
          <p14:tracePt t="63780" x="8081963" y="5159375"/>
          <p14:tracePt t="63790" x="8081963" y="5168900"/>
          <p14:tracePt t="63801" x="8081963" y="5178425"/>
          <p14:tracePt t="63810" x="8081963" y="5186363"/>
          <p14:tracePt t="63826" x="8081963" y="5195888"/>
          <p14:tracePt t="63843" x="8081963" y="5214938"/>
          <p14:tracePt t="63859" x="8081963" y="5222875"/>
          <p14:tracePt t="63876" x="8081963" y="5241925"/>
          <p14:tracePt t="63893" x="8081963" y="5251450"/>
          <p14:tracePt t="63914" x="8081963" y="5259388"/>
          <p14:tracePt t="63926" x="8081963" y="5268913"/>
          <p14:tracePt t="63943" x="8081963" y="5278438"/>
          <p14:tracePt t="63965" x="8081963" y="5287963"/>
          <p14:tracePt t="63976" x="8091488" y="5295900"/>
          <p14:tracePt t="63994" x="8091488" y="5305425"/>
          <p14:tracePt t="64025" x="8101013" y="5305425"/>
          <p14:tracePt t="64066" x="8101013" y="5314950"/>
          <p14:tracePt t="64137" x="8101013" y="5324475"/>
          <p14:tracePt t="64658" x="8101013" y="5332413"/>
          <p14:tracePt t="64689" x="8108950" y="5341938"/>
          <p14:tracePt t="64709" x="8118475" y="5351463"/>
          <p14:tracePt t="64720" x="8128000" y="5351463"/>
          <p14:tracePt t="64739" x="8137525" y="5351463"/>
          <p14:tracePt t="64760" x="8147050" y="5360988"/>
          <p14:tracePt t="64782" x="8154988" y="5368925"/>
          <p14:tracePt t="64811" x="8164513" y="5378450"/>
          <p14:tracePt t="64832" x="8174038" y="5378450"/>
          <p14:tracePt t="64842" x="8183563" y="5378450"/>
          <p14:tracePt t="64852" x="8191500" y="5387975"/>
          <p14:tracePt t="64873" x="8201025" y="5387975"/>
          <p14:tracePt t="64893" x="8210550" y="5387975"/>
          <p14:tracePt t="64903" x="8228013" y="5378450"/>
          <p14:tracePt t="64915" x="8264525" y="5360988"/>
          <p14:tracePt t="64927" x="8283575" y="5324475"/>
          <p14:tracePt t="64944" x="8337550" y="5222875"/>
          <p14:tracePt t="64960" x="8493125" y="4502150"/>
          <p14:tracePt t="64977" x="8585200" y="3662363"/>
          <p14:tracePt t="64994" x="8629650" y="3268663"/>
          <p14:tracePt t="64994" x="8648700" y="3141663"/>
          <p14:tracePt t="65010" x="8658225" y="3049588"/>
          <p14:tracePt t="65027" x="8666163" y="2959100"/>
          <p14:tracePt t="65044" x="8685213" y="2930525"/>
          <p14:tracePt t="65060" x="8694738" y="2894013"/>
          <p14:tracePt t="65077" x="8694738" y="2876550"/>
          <p14:tracePt t="65094" x="8694738" y="2867025"/>
          <p14:tracePt t="65110" x="8694738" y="2830513"/>
          <p14:tracePt t="65127" x="8694738" y="2803525"/>
          <p14:tracePt t="65128" x="8694738" y="2784475"/>
          <p14:tracePt t="65144" x="8694738" y="2757488"/>
          <p14:tracePt t="65161" x="8694738" y="2720975"/>
          <p14:tracePt t="65177" x="8694738" y="2703513"/>
          <p14:tracePt t="65194" x="8694738" y="2684463"/>
          <p14:tracePt t="65393" x="8694738" y="2703513"/>
          <p14:tracePt t="65403" x="8685213" y="2730500"/>
          <p14:tracePt t="65415" x="8666163" y="2747963"/>
          <p14:tracePt t="65427" x="8658225" y="2757488"/>
          <p14:tracePt t="65444" x="8648700" y="2776538"/>
          <p14:tracePt t="65461" x="8639175" y="2776538"/>
          <p14:tracePt t="65477" x="8612188" y="2784475"/>
          <p14:tracePt t="65494" x="8602663" y="2784475"/>
          <p14:tracePt t="65495" x="8585200" y="2757488"/>
          <p14:tracePt t="65511" x="8529638" y="2411413"/>
          <p14:tracePt t="65527" x="8483600" y="1287463"/>
          <p14:tracePt t="65544" x="8483600" y="1087438"/>
          <p14:tracePt t="65561" x="8483600" y="603250"/>
          <p14:tracePt t="65578" x="8502650" y="238125"/>
          <p14:tracePt t="65594" x="8512175" y="128588"/>
          <p14:tracePt t="65611" x="8529638" y="55563"/>
          <p14:tracePt t="65628" x="8539163" y="36513"/>
          <p14:tracePt t="65628" x="8539163" y="19050"/>
          <p14:tracePt t="65644" x="8539163" y="9525"/>
          <p14:tracePt t="65661" x="8539163" y="0"/>
          <p14:tracePt t="65852" x="8539163" y="9525"/>
          <p14:tracePt t="65864" x="8520113" y="46038"/>
          <p14:tracePt t="65873" x="8502650" y="100013"/>
          <p14:tracePt t="65884" x="8466138" y="146050"/>
          <p14:tracePt t="65895" x="8429625" y="209550"/>
          <p14:tracePt t="68778" x="8493125" y="484188"/>
          <p14:tracePt t="68788" x="8694738" y="511175"/>
          <p14:tracePt t="68799" x="8858250" y="530225"/>
          <p14:tracePt t="68814" x="9142413" y="547688"/>
          <p14:tracePt t="68831" x="10082213" y="593725"/>
          <p14:tracePt t="68847" x="10420350" y="676275"/>
          <p14:tracePt t="68864" x="11141075" y="912813"/>
          <p14:tracePt t="68881" x="11780838" y="1223963"/>
          <p14:tracePt t="68898" x="12099925" y="1370013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36714-FA59-825B-EC42-F20EAB87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5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62"/>
    </mc:Choice>
    <mc:Fallback xmlns="">
      <p:transition spd="slow" advTm="64262"/>
    </mc:Fallback>
  </mc:AlternateContent>
  <p:extLst>
    <p:ext uri="{3A86A75C-4F4B-4683-9AE1-C65F6400EC91}">
      <p14:laserTraceLst xmlns:p14="http://schemas.microsoft.com/office/powerpoint/2010/main">
        <p14:tracePtLst>
          <p14:tracePt t="7412" x="11661775" y="2528888"/>
          <p14:tracePt t="7423" x="11296650" y="2319338"/>
          <p14:tracePt t="7433" x="11114088" y="2200275"/>
          <p14:tracePt t="7445" x="10958513" y="2100263"/>
          <p14:tracePt t="7462" x="10804525" y="2009775"/>
          <p14:tracePt t="7478" x="10539413" y="1854200"/>
          <p14:tracePt t="7495" x="10320338" y="1744663"/>
          <p14:tracePt t="7512" x="10218738" y="1679575"/>
          <p14:tracePt t="7529" x="10109200" y="1635125"/>
          <p14:tracePt t="7545" x="10064750" y="1598613"/>
          <p14:tracePt t="7546" x="9999663" y="1562100"/>
          <p14:tracePt t="7562" x="9972675" y="1533525"/>
          <p14:tracePt t="7578" x="9872663" y="1460500"/>
          <p14:tracePt t="7596" x="9826625" y="1433513"/>
          <p14:tracePt t="7596" x="9799638" y="1406525"/>
          <p14:tracePt t="7612" x="9753600" y="1379538"/>
          <p14:tracePt t="7628" x="9680575" y="1343025"/>
          <p14:tracePt t="7645" x="9644063" y="1333500"/>
          <p14:tracePt t="7662" x="9607550" y="1287463"/>
          <p14:tracePt t="7679" x="9544050" y="1270000"/>
          <p14:tracePt t="7695" x="9515475" y="1241425"/>
          <p14:tracePt t="7712" x="9388475" y="1131888"/>
          <p14:tracePt t="7729" x="9288463" y="1058863"/>
          <p14:tracePt t="7730" x="9178925" y="976313"/>
          <p14:tracePt t="7745" x="9032875" y="812800"/>
          <p14:tracePt t="7762" x="8758238" y="501650"/>
          <p14:tracePt t="7779" x="8658225" y="384175"/>
          <p14:tracePt t="7795" x="8439150" y="192088"/>
          <p14:tracePt t="9956" x="8072438" y="749300"/>
          <p14:tracePt t="9967" x="8018463" y="812800"/>
          <p14:tracePt t="9981" x="7972425" y="885825"/>
          <p14:tracePt t="9997" x="7899400" y="976313"/>
          <p14:tracePt t="10014" x="7862888" y="1022350"/>
          <p14:tracePt t="10031" x="7772400" y="1160463"/>
          <p14:tracePt t="10048" x="7607300" y="1423988"/>
          <p14:tracePt t="10064" x="7524750" y="1616075"/>
          <p14:tracePt t="10081" x="7388225" y="1944688"/>
          <p14:tracePt t="10098" x="7324725" y="2109788"/>
          <p14:tracePt t="10099" x="7269163" y="2401888"/>
          <p14:tracePt t="10114" x="7259638" y="2565400"/>
          <p14:tracePt t="10131" x="7223125" y="2840038"/>
          <p14:tracePt t="10148" x="7223125" y="2968625"/>
          <p14:tracePt t="10164" x="7259638" y="3224213"/>
          <p14:tracePt t="10181" x="7388225" y="3397250"/>
          <p14:tracePt t="10198" x="7524750" y="3470275"/>
          <p14:tracePt t="10214" x="7799388" y="3497263"/>
          <p14:tracePt t="10231" x="8247063" y="3324225"/>
          <p14:tracePt t="10248" x="8347075" y="3268663"/>
          <p14:tracePt t="10264" x="8529638" y="3122613"/>
          <p14:tracePt t="10281" x="8585200" y="3078163"/>
          <p14:tracePt t="10298" x="8666163" y="2959100"/>
          <p14:tracePt t="10314" x="8731250" y="2849563"/>
          <p14:tracePt t="10331" x="8758238" y="2784475"/>
          <p14:tracePt t="10348" x="8767763" y="2674938"/>
          <p14:tracePt t="10365" x="8767763" y="2630488"/>
          <p14:tracePt t="10365" x="8767763" y="2601913"/>
          <p14:tracePt t="10381" x="8767763" y="2574925"/>
          <p14:tracePt t="10398" x="8758238" y="2547938"/>
          <p14:tracePt t="10415" x="8758238" y="2538413"/>
          <p14:tracePt t="10415" x="8748713" y="2528888"/>
          <p14:tracePt t="10431" x="8748713" y="2520950"/>
          <p14:tracePt t="10448" x="8731250" y="2511425"/>
          <p14:tracePt t="10465" x="8731250" y="2501900"/>
          <p14:tracePt t="10466" x="8712200" y="2492375"/>
          <p14:tracePt t="10481" x="8675688" y="2484438"/>
          <p14:tracePt t="10498" x="8639175" y="2455863"/>
          <p14:tracePt t="10515" x="8612188" y="2428875"/>
          <p14:tracePt t="10531" x="8520113" y="2346325"/>
          <p14:tracePt t="10549" x="8329613" y="2209800"/>
          <p14:tracePt t="10565" x="8164513" y="2127250"/>
          <p14:tracePt t="10582" x="7753350" y="2000250"/>
          <p14:tracePt t="10598" x="7626350" y="1990725"/>
          <p14:tracePt t="10599" x="7443788" y="1990725"/>
          <p14:tracePt t="10615" x="7315200" y="2017713"/>
          <p14:tracePt t="10631" x="7013575" y="2192338"/>
          <p14:tracePt t="10648" x="6894513" y="2301875"/>
          <p14:tracePt t="10665" x="6731000" y="2501900"/>
          <p14:tracePt t="10681" x="6630988" y="2784475"/>
          <p14:tracePt t="10698" x="6584950" y="2913063"/>
          <p14:tracePt t="10715" x="6575425" y="3122613"/>
          <p14:tracePt t="10731" x="6575425" y="3214688"/>
          <p14:tracePt t="10748" x="6630988" y="3351213"/>
          <p14:tracePt t="10765" x="6850063" y="3497263"/>
          <p14:tracePt t="10782" x="6977063" y="3560763"/>
          <p14:tracePt t="10798" x="7334250" y="3606800"/>
          <p14:tracePt t="10815" x="7735888" y="3570288"/>
          <p14:tracePt t="10832" x="7962900" y="3460750"/>
          <p14:tracePt t="10848" x="8593138" y="3049588"/>
          <p14:tracePt t="10865" x="8977313" y="2674938"/>
          <p14:tracePt t="10882" x="9069388" y="2538413"/>
          <p14:tracePt t="10898" x="9178925" y="2365375"/>
          <p14:tracePt t="10916" x="9232900" y="2182813"/>
          <p14:tracePt t="10932" x="9251950" y="2109788"/>
          <p14:tracePt t="10948" x="9232900" y="1954213"/>
          <p14:tracePt t="10965" x="9196388" y="1908175"/>
          <p14:tracePt t="10982" x="9032875" y="1781175"/>
          <p14:tracePt t="10998" x="8804275" y="1708150"/>
          <p14:tracePt t="11015" x="8685213" y="1698625"/>
          <p14:tracePt t="11032" x="8466138" y="1716088"/>
          <p14:tracePt t="11049" x="8347075" y="1771650"/>
          <p14:tracePt t="11049" x="8228013" y="1862138"/>
          <p14:tracePt t="11065" x="8147050" y="1954213"/>
          <p14:tracePt t="11082" x="7991475" y="2136775"/>
          <p14:tracePt t="11099" x="7918450" y="2219325"/>
          <p14:tracePt t="11115" x="7816850" y="2419350"/>
          <p14:tracePt t="11132" x="7762875" y="2630488"/>
          <p14:tracePt t="11149" x="7735888" y="2703513"/>
          <p14:tracePt t="11165" x="7726363" y="2876550"/>
          <p14:tracePt t="11182" x="7726363" y="2940050"/>
          <p14:tracePt t="11199" x="7726363" y="2976563"/>
          <p14:tracePt t="11215" x="7735888" y="3005138"/>
          <p14:tracePt t="11232" x="7743825" y="3005138"/>
          <p14:tracePt t="11232" x="7762875" y="3013075"/>
          <p14:tracePt t="11249" x="7762875" y="3022600"/>
          <p14:tracePt t="11265" x="7808913" y="3022600"/>
          <p14:tracePt t="11282" x="7816850" y="3022600"/>
          <p14:tracePt t="11299" x="7845425" y="3022600"/>
          <p14:tracePt t="11315" x="7853363" y="3022600"/>
          <p14:tracePt t="11355" x="7862888" y="3022600"/>
          <p14:tracePt t="11417" x="7872413" y="3022600"/>
          <p14:tracePt t="12059" x="7881938" y="3022600"/>
          <p14:tracePt t="12072" x="7899400" y="3022600"/>
          <p14:tracePt t="12080" x="7908925" y="3022600"/>
          <p14:tracePt t="12091" x="7918450" y="3022600"/>
          <p14:tracePt t="12100" x="7962900" y="3013075"/>
          <p14:tracePt t="12116" x="7999413" y="2995613"/>
          <p14:tracePt t="12133" x="8091488" y="2894013"/>
          <p14:tracePt t="12150" x="8147050" y="2830513"/>
          <p14:tracePt t="12166" x="8283575" y="2667000"/>
          <p14:tracePt t="12183" x="8410575" y="2492375"/>
          <p14:tracePt t="12200" x="8466138" y="2411413"/>
          <p14:tracePt t="12216" x="8539163" y="2282825"/>
          <p14:tracePt t="12233" x="8575675" y="2236788"/>
          <p14:tracePt t="12234" x="8612188" y="2173288"/>
          <p14:tracePt t="12250" x="8639175" y="2127250"/>
          <p14:tracePt t="12266" x="8685213" y="2009775"/>
          <p14:tracePt t="12283" x="8685213" y="1963738"/>
          <p14:tracePt t="12299" x="8694738" y="1854200"/>
          <p14:tracePt t="12316" x="8694738" y="1735138"/>
          <p14:tracePt t="12333" x="8694738" y="1679575"/>
          <p14:tracePt t="12350" x="8639175" y="1506538"/>
          <p14:tracePt t="12366" x="8585200" y="1323975"/>
          <p14:tracePt t="12383" x="8575675" y="1250950"/>
          <p14:tracePt t="12400" x="8548688" y="1131888"/>
          <p14:tracePt t="12416" x="8539163" y="1104900"/>
          <p14:tracePt t="12433" x="8529638" y="1031875"/>
          <p14:tracePt t="12450" x="8520113" y="968375"/>
          <p14:tracePt t="12469" x="8520113" y="949325"/>
          <p14:tracePt t="12483" x="8520113" y="939800"/>
          <p14:tracePt t="12500" x="8512175" y="903288"/>
          <p14:tracePt t="12516" x="8512175" y="876300"/>
          <p14:tracePt t="12533" x="8512175" y="812800"/>
          <p14:tracePt t="12550" x="8502650" y="785813"/>
          <p14:tracePt t="12550" x="8502650" y="749300"/>
          <p14:tracePt t="12567" x="8502650" y="712788"/>
          <p14:tracePt t="12583" x="8502650" y="647700"/>
          <p14:tracePt t="12600" x="8502650" y="620713"/>
          <p14:tracePt t="12601" x="8502650" y="584200"/>
          <p14:tracePt t="12617" x="8502650" y="557213"/>
          <p14:tracePt t="12633" x="8502650" y="530225"/>
          <p14:tracePt t="12652" x="8502650" y="520700"/>
          <p14:tracePt t="12667" x="8502650" y="511175"/>
          <p14:tracePt t="12764" x="8502650" y="501650"/>
          <p14:tracePt t="12805" x="8502650" y="493713"/>
          <p14:tracePt t="12866" x="8502650" y="484188"/>
          <p14:tracePt t="12897" x="8502650" y="474663"/>
          <p14:tracePt t="12908" x="8493125" y="474663"/>
          <p14:tracePt t="12918" x="8483600" y="474663"/>
          <p14:tracePt t="12948" x="8475663" y="474663"/>
          <p14:tracePt t="12958" x="8466138" y="474663"/>
          <p14:tracePt t="12969" x="8456613" y="474663"/>
          <p14:tracePt t="12984" x="8439150" y="474663"/>
          <p14:tracePt t="13002" x="8420100" y="474663"/>
          <p14:tracePt t="13022" x="8410575" y="474663"/>
          <p14:tracePt t="13034" x="8402638" y="474663"/>
          <p14:tracePt t="13245" x="8201025" y="639763"/>
          <p14:tracePt t="13256" x="8118475" y="703263"/>
          <p14:tracePt t="13265" x="8018463" y="776288"/>
          <p14:tracePt t="13275" x="7918450" y="866775"/>
          <p14:tracePt t="13286" x="7799388" y="939800"/>
          <p14:tracePt t="13301" x="7662863" y="1041400"/>
          <p14:tracePt t="13317" x="7150100" y="1360488"/>
          <p14:tracePt t="13334" x="6894513" y="1516063"/>
          <p14:tracePt t="13351" x="6310313" y="1752600"/>
          <p14:tracePt t="13367" x="5891213" y="1917700"/>
          <p14:tracePt t="13384" x="5753100" y="1973263"/>
          <p14:tracePt t="13401" x="5589588" y="2054225"/>
          <p14:tracePt t="13418" x="5534025" y="2090738"/>
          <p14:tracePt t="13434" x="5516563" y="2109788"/>
          <p14:tracePt t="13451" x="5497513" y="2119313"/>
          <p14:tracePt t="13467" x="5487988" y="2119313"/>
          <p14:tracePt t="13484" x="5480050" y="2127250"/>
          <p14:tracePt t="13540" x="5470525" y="2127250"/>
          <p14:tracePt t="13602" x="5470525" y="2136775"/>
          <p14:tracePt t="13664" x="5461000" y="2136775"/>
          <p14:tracePt t="13694" x="5451475" y="2136775"/>
          <p14:tracePt t="13704" x="5443538" y="2136775"/>
          <p14:tracePt t="13724" x="5434013" y="2136775"/>
          <p14:tracePt t="13735" x="5414963" y="2136775"/>
          <p14:tracePt t="13756" x="5397500" y="2136775"/>
          <p14:tracePt t="13765" x="5387975" y="2136775"/>
          <p14:tracePt t="13796" x="5378450" y="2136775"/>
          <p14:tracePt t="13858" x="5387975" y="2136775"/>
          <p14:tracePt t="13867" x="5434013" y="2127250"/>
          <p14:tracePt t="13879" x="5561013" y="2090738"/>
          <p14:tracePt t="13890" x="5708650" y="2054225"/>
          <p14:tracePt t="13901" x="6000750" y="2000250"/>
          <p14:tracePt t="13918" x="6164263" y="1990725"/>
          <p14:tracePt t="13919" x="6346825" y="1973263"/>
          <p14:tracePt t="13935" x="6492875" y="1954213"/>
          <p14:tracePt t="13951" x="6784975" y="1954213"/>
          <p14:tracePt t="13968" x="6877050" y="1954213"/>
          <p14:tracePt t="13969" x="6931025" y="1954213"/>
          <p14:tracePt t="13985" x="6996113" y="1954213"/>
          <p14:tracePt t="14001" x="7040563" y="1954213"/>
          <p14:tracePt t="14018" x="7059613" y="1954213"/>
          <p14:tracePt t="14035" x="7077075" y="1954213"/>
          <p14:tracePt t="14052" x="7086600" y="1954213"/>
          <p14:tracePt t="14052" x="7096125" y="1954213"/>
          <p14:tracePt t="14074" x="7105650" y="1954213"/>
          <p14:tracePt t="14378" x="7096125" y="1954213"/>
          <p14:tracePt t="14408" x="7086600" y="1954213"/>
          <p14:tracePt t="14480" x="7077075" y="1954213"/>
          <p14:tracePt t="14511" x="7069138" y="1963738"/>
          <p14:tracePt t="14521" x="7059613" y="1963738"/>
          <p14:tracePt t="14541" x="7050088" y="1963738"/>
          <p14:tracePt t="14562" x="7040563" y="1963738"/>
          <p14:tracePt t="14583" x="7032625" y="1963738"/>
          <p14:tracePt t="14603" x="7032625" y="1973263"/>
          <p14:tracePt t="14614" x="7023100" y="1973263"/>
          <p14:tracePt t="14624" x="7013575" y="1973263"/>
          <p14:tracePt t="14635" x="6996113" y="1981200"/>
          <p14:tracePt t="14652" x="6977063" y="1990725"/>
          <p14:tracePt t="14669" x="6940550" y="2009775"/>
          <p14:tracePt t="14685" x="6877050" y="2046288"/>
          <p14:tracePt t="14702" x="6821488" y="2082800"/>
          <p14:tracePt t="14719" x="6740525" y="2155825"/>
          <p14:tracePt t="14736" x="6675438" y="2200275"/>
          <p14:tracePt t="14752" x="6657975" y="2228850"/>
          <p14:tracePt t="14769" x="6638925" y="2246313"/>
          <p14:tracePt t="14786" x="6621463" y="2255838"/>
          <p14:tracePt t="14786" x="6621463" y="2265363"/>
          <p14:tracePt t="14802" x="6621463" y="2273300"/>
          <p14:tracePt t="14819" x="6611938" y="2301875"/>
          <p14:tracePt t="14836" x="6611938" y="2309813"/>
          <p14:tracePt t="14852" x="6630988" y="2355850"/>
          <p14:tracePt t="14869" x="6721475" y="2411413"/>
          <p14:tracePt t="14886" x="6804025" y="2438400"/>
          <p14:tracePt t="14902" x="6959600" y="2501900"/>
          <p14:tracePt t="14919" x="7150100" y="2528888"/>
          <p14:tracePt t="14936" x="7223125" y="2528888"/>
          <p14:tracePt t="14952" x="7351713" y="2528888"/>
          <p14:tracePt t="14969" x="7397750" y="2528888"/>
          <p14:tracePt t="14986" x="7434263" y="2528888"/>
          <p14:tracePt t="15002" x="7461250" y="2528888"/>
          <p14:tracePt t="15019" x="7461250" y="2520950"/>
          <p14:tracePt t="15053" x="7470775" y="2520950"/>
          <p14:tracePt t="15124" x="7480300" y="2520950"/>
          <p14:tracePt t="15399" x="7470775" y="2520950"/>
          <p14:tracePt t="15420" x="7451725" y="2520950"/>
          <p14:tracePt t="15431" x="7434263" y="2520950"/>
          <p14:tracePt t="15441" x="7415213" y="2520950"/>
          <p14:tracePt t="15453" x="7388225" y="2528888"/>
          <p14:tracePt t="15470" x="7361238" y="2538413"/>
          <p14:tracePt t="15486" x="7324725" y="2557463"/>
          <p14:tracePt t="15503" x="7288213" y="2574925"/>
          <p14:tracePt t="15520" x="7259638" y="2584450"/>
          <p14:tracePt t="15536" x="7196138" y="2611438"/>
          <p14:tracePt t="15553" x="7123113" y="2647950"/>
          <p14:tracePt t="15570" x="7096125" y="2657475"/>
          <p14:tracePt t="15586" x="7032625" y="2674938"/>
          <p14:tracePt t="15603" x="7004050" y="2684463"/>
          <p14:tracePt t="15604" x="6986588" y="2693988"/>
          <p14:tracePt t="15620" x="6967538" y="2693988"/>
          <p14:tracePt t="15636" x="6931025" y="2711450"/>
          <p14:tracePt t="15653" x="6923088" y="2711450"/>
          <p14:tracePt t="15670" x="6886575" y="2720975"/>
          <p14:tracePt t="15686" x="6867525" y="2730500"/>
          <p14:tracePt t="15736" x="6867525" y="2740025"/>
          <p14:tracePt t="15778" x="6867525" y="2747963"/>
          <p14:tracePt t="15788" x="6886575" y="2757488"/>
          <p14:tracePt t="15798" x="6950075" y="2767013"/>
          <p14:tracePt t="15808" x="6986588" y="2767013"/>
          <p14:tracePt t="15820" x="7086600" y="2784475"/>
          <p14:tracePt t="15836" x="7142163" y="2784475"/>
          <p14:tracePt t="15853" x="7324725" y="2784475"/>
          <p14:tracePt t="15870" x="7561263" y="2784475"/>
          <p14:tracePt t="15887" x="7680325" y="2784475"/>
          <p14:tracePt t="15903" x="7808913" y="2784475"/>
          <p14:tracePt t="15920" x="7862888" y="2784475"/>
          <p14:tracePt t="15937" x="7889875" y="2784475"/>
          <p14:tracePt t="15953" x="7918450" y="2784475"/>
          <p14:tracePt t="15970" x="7926388" y="2784475"/>
          <p14:tracePt t="15987" x="7935913" y="2784475"/>
          <p14:tracePt t="16003" x="7945438" y="2784475"/>
          <p14:tracePt t="16033" x="7954963" y="2784475"/>
          <p14:tracePt t="16063" x="7954963" y="2794000"/>
          <p14:tracePt t="16075" x="7954963" y="2830513"/>
          <p14:tracePt t="16084" x="7954963" y="2886075"/>
          <p14:tracePt t="16095" x="7954963" y="2913063"/>
          <p14:tracePt t="16104" x="7954963" y="2968625"/>
          <p14:tracePt t="16120" x="7954963" y="3005138"/>
          <p14:tracePt t="16137" x="7926388" y="3178175"/>
          <p14:tracePt t="16153" x="7899400" y="3360738"/>
          <p14:tracePt t="16170" x="7872413" y="3506788"/>
          <p14:tracePt t="16187" x="7853363" y="3570288"/>
          <p14:tracePt t="16204" x="7853363" y="3589338"/>
          <p14:tracePt t="16220" x="7853363" y="3606800"/>
          <p14:tracePt t="16237" x="7853363" y="3616325"/>
          <p14:tracePt t="16349" x="7845425" y="3616325"/>
          <p14:tracePt t="16360" x="7835900" y="3616325"/>
          <p14:tracePt t="16370" x="7808913" y="3606800"/>
          <p14:tracePt t="16380" x="7762875" y="3560763"/>
          <p14:tracePt t="16392" x="7643813" y="3479800"/>
          <p14:tracePt t="16404" x="7543800" y="3414713"/>
          <p14:tracePt t="16421" x="7278688" y="3268663"/>
          <p14:tracePt t="16437" x="7059613" y="3205163"/>
          <p14:tracePt t="16454" x="6831013" y="3151188"/>
          <p14:tracePt t="16471" x="6794500" y="3132138"/>
          <p14:tracePt t="16487" x="6748463" y="3122613"/>
          <p14:tracePt t="16504" x="6731000" y="3122613"/>
          <p14:tracePt t="16521" x="6721475" y="3122613"/>
          <p14:tracePt t="16564" x="6731000" y="3122613"/>
          <p14:tracePt t="16574" x="6794500" y="3105150"/>
          <p14:tracePt t="16585" x="6894513" y="3095625"/>
          <p14:tracePt t="16594" x="7059613" y="3059113"/>
          <p14:tracePt t="16604" x="7242175" y="3049588"/>
          <p14:tracePt t="16621" x="7524750" y="3032125"/>
          <p14:tracePt t="16637" x="7835900" y="3005138"/>
          <p14:tracePt t="16654" x="7945438" y="2986088"/>
          <p14:tracePt t="16671" x="8154988" y="2949575"/>
          <p14:tracePt t="16687" x="8237538" y="2913063"/>
          <p14:tracePt t="16704" x="8274050" y="2894013"/>
          <p14:tracePt t="16721" x="8337550" y="2813050"/>
          <p14:tracePt t="16737" x="8402638" y="2684463"/>
          <p14:tracePt t="16754" x="8410575" y="2611438"/>
          <p14:tracePt t="16771" x="8429625" y="2374900"/>
          <p14:tracePt t="16788" x="8393113" y="1990725"/>
          <p14:tracePt t="16804" x="8320088" y="1744663"/>
          <p14:tracePt t="16821" x="8137525" y="1241425"/>
          <p14:tracePt t="16838" x="8054975" y="1068388"/>
          <p14:tracePt t="16854" x="7918450" y="776288"/>
          <p14:tracePt t="16871" x="7872413" y="666750"/>
          <p14:tracePt t="16888" x="7845425" y="639763"/>
          <p14:tracePt t="24360" x="8191500" y="647700"/>
          <p14:tracePt t="24371" x="8147050" y="749300"/>
          <p14:tracePt t="24382" x="8054975" y="922338"/>
          <p14:tracePt t="24395" x="7862888" y="1214438"/>
          <p14:tracePt t="24412" x="7370763" y="1898650"/>
          <p14:tracePt t="24428" x="7086600" y="2155825"/>
          <p14:tracePt t="24445" x="6548438" y="2574925"/>
          <p14:tracePt t="24462" x="6227763" y="2740025"/>
          <p14:tracePt t="24478" x="6110288" y="2794000"/>
          <p14:tracePt t="24495" x="5927725" y="2894013"/>
          <p14:tracePt t="24512" x="5862638" y="2949575"/>
          <p14:tracePt t="24528" x="5735638" y="3041650"/>
          <p14:tracePt t="24545" x="5561013" y="3178175"/>
          <p14:tracePt t="24562" x="5480050" y="3232150"/>
          <p14:tracePt t="24578" x="5370513" y="3287713"/>
          <p14:tracePt t="24595" x="5305425" y="3314700"/>
          <p14:tracePt t="24612" x="5287963" y="3324225"/>
          <p14:tracePt t="24629" x="5278438" y="3333750"/>
          <p14:tracePt t="24646" x="5268913" y="3333750"/>
          <p14:tracePt t="24687" x="5260975" y="3333750"/>
          <p14:tracePt t="24718" x="5260975" y="3324225"/>
          <p14:tracePt t="24728" x="5260975" y="3305175"/>
          <p14:tracePt t="24738" x="5260975" y="3278188"/>
          <p14:tracePt t="24750" x="5260975" y="3268663"/>
          <p14:tracePt t="24762" x="5260975" y="3251200"/>
          <p14:tracePt t="24779" x="5278438" y="3241675"/>
          <p14:tracePt t="24795" x="5297488" y="3241675"/>
          <p14:tracePt t="24812" x="5334000" y="3241675"/>
          <p14:tracePt t="24828" x="5360988" y="3278188"/>
          <p14:tracePt t="24845" x="5370513" y="3297238"/>
          <p14:tracePt t="24862" x="5387975" y="3305175"/>
          <p14:tracePt t="24883" x="5407025" y="3305175"/>
          <p14:tracePt t="24895" x="5414963" y="3305175"/>
          <p14:tracePt t="24912" x="5470525" y="3214688"/>
          <p14:tracePt t="24929" x="5553075" y="3013075"/>
          <p14:tracePt t="24946" x="5634038" y="2820988"/>
          <p14:tracePt t="24963" x="5699125" y="2693988"/>
          <p14:tracePt t="24979" x="5716588" y="2674938"/>
          <p14:tracePt t="24995" x="5753100" y="2647950"/>
          <p14:tracePt t="25012" x="5772150" y="2647950"/>
          <p14:tracePt t="25029" x="5808663" y="2647950"/>
          <p14:tracePt t="25046" x="5845175" y="2667000"/>
          <p14:tracePt t="25062" x="5862638" y="2684463"/>
          <p14:tracePt t="25079" x="5891213" y="2711450"/>
          <p14:tracePt t="25096" x="5927725" y="2740025"/>
          <p14:tracePt t="25112" x="5945188" y="2740025"/>
          <p14:tracePt t="25129" x="5972175" y="2740025"/>
          <p14:tracePt t="25145" x="5991225" y="2740025"/>
          <p14:tracePt t="25162" x="6008688" y="2740025"/>
          <p14:tracePt t="25179" x="6027738" y="2740025"/>
          <p14:tracePt t="25196" x="6045200" y="2730500"/>
          <p14:tracePt t="25212" x="6073775" y="2730500"/>
          <p14:tracePt t="25229" x="6118225" y="2730500"/>
          <p14:tracePt t="25246" x="6137275" y="2730500"/>
          <p14:tracePt t="25262" x="6173788" y="2730500"/>
          <p14:tracePt t="25279" x="6210300" y="2740025"/>
          <p14:tracePt t="25296" x="6219825" y="2740025"/>
          <p14:tracePt t="25312" x="6227763" y="2747963"/>
          <p14:tracePt t="25329" x="6237288" y="2747963"/>
          <p14:tracePt t="25346" x="6246813" y="2747963"/>
          <p14:tracePt t="25371" x="6256338" y="2747963"/>
          <p14:tracePt t="25384" x="6264275" y="2740025"/>
          <p14:tracePt t="25396" x="6283325" y="2703513"/>
          <p14:tracePt t="25413" x="6319838" y="2647950"/>
          <p14:tracePt t="25429" x="6329363" y="2630488"/>
          <p14:tracePt t="25446" x="6356350" y="2601913"/>
          <p14:tracePt t="25463" x="6373813" y="2601913"/>
          <p14:tracePt t="25479" x="6383338" y="2601913"/>
          <p14:tracePt t="25496" x="6419850" y="2630488"/>
          <p14:tracePt t="25513" x="6438900" y="2657475"/>
          <p14:tracePt t="25529" x="6483350" y="2720975"/>
          <p14:tracePt t="25546" x="6521450" y="2784475"/>
          <p14:tracePt t="25563" x="6529388" y="2784475"/>
          <p14:tracePt t="25579" x="6557963" y="2803525"/>
          <p14:tracePt t="25596" x="6575425" y="2813050"/>
          <p14:tracePt t="25613" x="6594475" y="2813050"/>
          <p14:tracePt t="25629" x="6638925" y="2794000"/>
          <p14:tracePt t="25646" x="6667500" y="2776538"/>
          <p14:tracePt t="25663" x="6721475" y="2740025"/>
          <p14:tracePt t="25679" x="6777038" y="2711450"/>
          <p14:tracePt t="25696" x="6794500" y="2703513"/>
          <p14:tracePt t="25713" x="6858000" y="2674938"/>
          <p14:tracePt t="25730" x="6931025" y="2620963"/>
          <p14:tracePt t="25746" x="7004050" y="2565400"/>
          <p14:tracePt t="25763" x="7132638" y="2447925"/>
          <p14:tracePt t="25780" x="7296150" y="2338388"/>
          <p14:tracePt t="25796" x="7361238" y="2309813"/>
          <p14:tracePt t="25813" x="7534275" y="2282825"/>
          <p14:tracePt t="25830" x="7626350" y="2282825"/>
          <p14:tracePt t="25846" x="7845425" y="2282825"/>
          <p14:tracePt t="25863" x="7918450" y="2292350"/>
          <p14:tracePt t="25883" x="7999413" y="2292350"/>
          <p14:tracePt t="26209" x="8008938" y="2292350"/>
          <p14:tracePt t="26230" x="8018463" y="2292350"/>
          <p14:tracePt t="26240" x="8027988" y="2292350"/>
          <p14:tracePt t="26251" x="8035925" y="2292350"/>
          <p14:tracePt t="26263" x="8054975" y="2282825"/>
          <p14:tracePt t="26280" x="8174038" y="2027238"/>
          <p14:tracePt t="26297" x="8256588" y="1789113"/>
          <p14:tracePt t="26314" x="8402638" y="1095375"/>
          <p14:tracePt t="26330" x="8447088" y="785813"/>
          <p14:tracePt t="26347" x="8475663" y="520700"/>
          <p14:tracePt t="26363" x="8475663" y="420688"/>
          <p14:tracePt t="26380" x="8475663" y="392113"/>
          <p14:tracePt t="26397" x="8475663" y="374650"/>
          <p14:tracePt t="26414" x="8475663" y="355600"/>
          <p14:tracePt t="26430" x="8475663" y="347663"/>
          <p14:tracePt t="26447" x="8475663" y="338138"/>
          <p14:tracePt t="26474" x="8475663" y="328613"/>
          <p14:tracePt t="26638" x="8466138" y="328613"/>
          <p14:tracePt t="26648" x="8456613" y="328613"/>
          <p14:tracePt t="26658" x="8439150" y="338138"/>
          <p14:tracePt t="26669" x="8420100" y="355600"/>
          <p14:tracePt t="26680" x="8402638" y="365125"/>
          <p14:tracePt t="31903" x="8118475" y="693738"/>
          <p14:tracePt t="31913" x="7908925" y="1114425"/>
          <p14:tracePt t="31925" x="7616825" y="1525588"/>
          <p14:tracePt t="31936" x="7296150" y="2146300"/>
          <p14:tracePt t="31952" x="7004050" y="2720975"/>
          <p14:tracePt t="31953" x="6602413" y="3625850"/>
          <p14:tracePt t="31969" x="6283325" y="4173538"/>
          <p14:tracePt t="31986" x="5735638" y="5324475"/>
          <p14:tracePt t="32002" x="5516563" y="5789613"/>
          <p14:tracePt t="32019" x="5224463" y="6429375"/>
          <p14:tracePt t="32036" x="5122863" y="6619875"/>
          <p14:tracePt t="32052" x="5114925" y="6665913"/>
          <p14:tracePt t="32069" x="5105400" y="6702425"/>
          <p14:tracePt t="32096" x="5132388" y="6692900"/>
          <p14:tracePt t="32107" x="5251450" y="6583363"/>
          <p14:tracePt t="32119" x="5470525" y="6410325"/>
          <p14:tracePt t="32136" x="5626100" y="6237288"/>
          <p14:tracePt t="32152" x="5935663" y="5935663"/>
          <p14:tracePt t="32169" x="6127750" y="5689600"/>
          <p14:tracePt t="32186" x="6200775" y="5570538"/>
          <p14:tracePt t="32203" x="6283325" y="5341938"/>
          <p14:tracePt t="32219" x="6283325" y="5195888"/>
          <p14:tracePt t="32236" x="6283325" y="5159375"/>
          <p14:tracePt t="32252" x="6191250" y="5122863"/>
          <p14:tracePt t="32270" x="5972175" y="5141913"/>
          <p14:tracePt t="32286" x="5872163" y="5232400"/>
          <p14:tracePt t="32303" x="5708650" y="5414963"/>
          <p14:tracePt t="32319" x="5670550" y="5478463"/>
          <p14:tracePt t="32336" x="5626100" y="5588000"/>
          <p14:tracePt t="32353" x="5626100" y="5661025"/>
          <p14:tracePt t="32369" x="5662613" y="5689600"/>
          <p14:tracePt t="32386" x="5991225" y="5762625"/>
          <p14:tracePt t="32403" x="6648450" y="5707063"/>
          <p14:tracePt t="32420" x="6877050" y="5643563"/>
          <p14:tracePt t="32436" x="7334250" y="5368925"/>
          <p14:tracePt t="32453" x="7488238" y="5241925"/>
          <p14:tracePt t="32454" x="7597775" y="5105400"/>
          <p14:tracePt t="32469" x="7670800" y="4967288"/>
          <p14:tracePt t="32486" x="7743825" y="4638675"/>
          <p14:tracePt t="32503" x="7743825" y="4419600"/>
          <p14:tracePt t="32519" x="7626350" y="4164013"/>
          <p14:tracePt t="32536" x="7223125" y="3954463"/>
          <p14:tracePt t="32553" x="7040563" y="3898900"/>
          <p14:tracePt t="32570" x="6657975" y="3927475"/>
          <p14:tracePt t="32587" x="6246813" y="4219575"/>
          <p14:tracePt t="32603" x="6100763" y="4392613"/>
          <p14:tracePt t="32620" x="5899150" y="4730750"/>
          <p14:tracePt t="32636" x="5872163" y="4913313"/>
          <p14:tracePt t="32653" x="5845175" y="5132388"/>
          <p14:tracePt t="32670" x="5872163" y="5251450"/>
          <p14:tracePt t="32686" x="5908675" y="5314950"/>
          <p14:tracePt t="32703" x="6110288" y="5434013"/>
          <p14:tracePt t="32720" x="6419850" y="5487988"/>
          <p14:tracePt t="32736" x="6584950" y="5487988"/>
          <p14:tracePt t="32753" x="6967538" y="5487988"/>
          <p14:tracePt t="32770" x="7123113" y="5470525"/>
          <p14:tracePt t="32787" x="7278688" y="5405438"/>
          <p14:tracePt t="32803" x="7351713" y="5324475"/>
          <p14:tracePt t="32820" x="7378700" y="5251450"/>
          <p14:tracePt t="32837" x="7388225" y="5049838"/>
          <p14:tracePt t="32853" x="7351713" y="4821238"/>
          <p14:tracePt t="32870" x="7278688" y="4684713"/>
          <p14:tracePt t="32888" x="7040563" y="4475163"/>
          <p14:tracePt t="32903" x="6684963" y="4402138"/>
          <p14:tracePt t="32920" x="6475413" y="4438650"/>
          <p14:tracePt t="32937" x="6091238" y="4684713"/>
          <p14:tracePt t="32954" x="5872163" y="4884738"/>
          <p14:tracePt t="32970" x="5762625" y="5032375"/>
          <p14:tracePt t="32987" x="5653088" y="5314950"/>
          <p14:tracePt t="33004" x="5626100" y="5397500"/>
          <p14:tracePt t="33020" x="5616575" y="5514975"/>
          <p14:tracePt t="33037" x="5626100" y="5580063"/>
          <p14:tracePt t="33053" x="5670550" y="5597525"/>
          <p14:tracePt t="33070" x="5918200" y="5653088"/>
          <p14:tracePt t="33087" x="6191250" y="5634038"/>
          <p14:tracePt t="33104" x="6319838" y="5607050"/>
          <p14:tracePt t="33120" x="6557963" y="5487988"/>
          <p14:tracePt t="33137" x="6657975" y="5434013"/>
          <p14:tracePt t="33154" x="6740525" y="5368925"/>
          <p14:tracePt t="33170" x="6784975" y="5295900"/>
          <p14:tracePt t="33187" x="6794500" y="5259388"/>
          <p14:tracePt t="33204" x="6804025" y="5195888"/>
          <p14:tracePt t="33221" x="6804025" y="5159375"/>
          <p14:tracePt t="33237" x="6804025" y="5149850"/>
          <p14:tracePt t="33254" x="6784975" y="5141913"/>
          <p14:tracePt t="33271" x="6767513" y="5132388"/>
          <p14:tracePt t="33271" x="6757988" y="5132388"/>
          <p14:tracePt t="33287" x="6748463" y="5122863"/>
          <p14:tracePt t="33304" x="6731000" y="5122863"/>
          <p14:tracePt t="33320" x="6721475" y="5122863"/>
          <p14:tracePt t="33337" x="6711950" y="5122863"/>
          <p14:tracePt t="33354" x="6704013" y="5122863"/>
          <p14:tracePt t="33375" x="6694488" y="5122863"/>
          <p14:tracePt t="33435" x="6684963" y="5122863"/>
          <p14:tracePt t="33506" x="6675438" y="5122863"/>
          <p14:tracePt t="34057" x="6694488" y="5132388"/>
          <p14:tracePt t="34068" x="6777038" y="5141913"/>
          <p14:tracePt t="34078" x="6959600" y="5186363"/>
          <p14:tracePt t="34088" x="7142163" y="5214938"/>
          <p14:tracePt t="34105" x="7480300" y="5232400"/>
          <p14:tracePt t="34121" x="8118475" y="5232400"/>
          <p14:tracePt t="34138" x="8301038" y="5232400"/>
          <p14:tracePt t="34155" x="8575675" y="5214938"/>
          <p14:tracePt t="34171" x="8675688" y="5214938"/>
          <p14:tracePt t="34188" x="8694738" y="5205413"/>
          <p14:tracePt t="34205" x="8721725" y="5205413"/>
          <p14:tracePt t="34272" x="8712200" y="5205413"/>
          <p14:tracePt t="34282" x="8675688" y="5214938"/>
          <p14:tracePt t="34293" x="8658225" y="5232400"/>
          <p14:tracePt t="34304" x="8639175" y="5232400"/>
          <p14:tracePt t="34322" x="8602663" y="5251450"/>
          <p14:tracePt t="34338" x="8566150" y="5259388"/>
          <p14:tracePt t="34355" x="8512175" y="5259388"/>
          <p14:tracePt t="34371" x="8483600" y="5259388"/>
          <p14:tracePt t="34388" x="8301038" y="5241925"/>
          <p14:tracePt t="34405" x="8008938" y="5195888"/>
          <p14:tracePt t="34421" x="7816850" y="5149850"/>
          <p14:tracePt t="34438" x="7488238" y="5105400"/>
          <p14:tracePt t="34455" x="7269163" y="5086350"/>
          <p14:tracePt t="34472" x="7178675" y="5076825"/>
          <p14:tracePt t="34488" x="6986588" y="5076825"/>
          <p14:tracePt t="34505" x="6877050" y="5076825"/>
          <p14:tracePt t="34522" x="6711950" y="5076825"/>
          <p14:tracePt t="34538" x="6630988" y="5076825"/>
          <p14:tracePt t="34555" x="6611938" y="5076825"/>
          <p14:tracePt t="34572" x="6584950" y="5076825"/>
          <p14:tracePt t="34588" x="6575425" y="5076825"/>
          <p14:tracePt t="34605" x="6565900" y="5076825"/>
          <p14:tracePt t="35344" x="6565900" y="5068888"/>
          <p14:tracePt t="35375" x="6565900" y="5059363"/>
          <p14:tracePt t="35385" x="6565900" y="5049838"/>
          <p14:tracePt t="35396" x="6565900" y="5040313"/>
          <p14:tracePt t="35406" x="6575425" y="5022850"/>
          <p14:tracePt t="35422" x="6602413" y="4995863"/>
          <p14:tracePt t="35439" x="6638925" y="4930775"/>
          <p14:tracePt t="35456" x="6667500" y="4867275"/>
          <p14:tracePt t="35472" x="6694488" y="4830763"/>
          <p14:tracePt t="35489" x="6704013" y="4767263"/>
          <p14:tracePt t="35506" x="6704013" y="4738688"/>
          <p14:tracePt t="35522" x="6694488" y="4702175"/>
          <p14:tracePt t="35539" x="6638925" y="4675188"/>
          <p14:tracePt t="35556" x="6584950" y="4657725"/>
          <p14:tracePt t="35572" x="6492875" y="4657725"/>
          <p14:tracePt t="35590" x="6392863" y="4675188"/>
          <p14:tracePt t="35606" x="6346825" y="4711700"/>
          <p14:tracePt t="35622" x="6256338" y="4840288"/>
          <p14:tracePt t="35639" x="6227763" y="4986338"/>
          <p14:tracePt t="35656" x="6227763" y="5159375"/>
          <p14:tracePt t="35673" x="6292850" y="5305425"/>
          <p14:tracePt t="35689" x="6356350" y="5351463"/>
          <p14:tracePt t="35706" x="6638925" y="5441950"/>
          <p14:tracePt t="35723" x="7086600" y="5461000"/>
          <p14:tracePt t="35739" x="7242175" y="5434013"/>
          <p14:tracePt t="35756" x="7543800" y="5332413"/>
          <p14:tracePt t="35773" x="7643813" y="5278438"/>
          <p14:tracePt t="35773" x="7689850" y="5251450"/>
          <p14:tracePt t="35789" x="7707313" y="5222875"/>
          <p14:tracePt t="35806" x="7753350" y="5059363"/>
          <p14:tracePt t="35823" x="7753350" y="4986338"/>
          <p14:tracePt t="35839" x="7680325" y="4721225"/>
          <p14:tracePt t="35856" x="7516813" y="4519613"/>
          <p14:tracePt t="35873" x="7415213" y="4438650"/>
          <p14:tracePt t="35890" x="7142163" y="4373563"/>
          <p14:tracePt t="35906" x="6877050" y="4410075"/>
          <p14:tracePt t="35923" x="6794500" y="4465638"/>
          <p14:tracePt t="35940" x="6657975" y="4621213"/>
          <p14:tracePt t="35956" x="6529388" y="4821238"/>
          <p14:tracePt t="35973" x="6502400" y="4894263"/>
          <p14:tracePt t="35990" x="6502400" y="5049838"/>
          <p14:tracePt t="36006" x="6502400" y="5105400"/>
          <p14:tracePt t="36023" x="6511925" y="5149850"/>
          <p14:tracePt t="36040" x="6594475" y="5205413"/>
          <p14:tracePt t="36056" x="6684963" y="5222875"/>
          <p14:tracePt t="36073" x="6923088" y="5222875"/>
          <p14:tracePt t="36090" x="7086600" y="5149850"/>
          <p14:tracePt t="36106" x="7132638" y="5113338"/>
          <p14:tracePt t="36123" x="7205663" y="5022850"/>
          <p14:tracePt t="36140" x="7215188" y="4959350"/>
          <p14:tracePt t="36156" x="7215188" y="4876800"/>
          <p14:tracePt t="36173" x="7169150" y="4811713"/>
          <p14:tracePt t="36190" x="7123113" y="4794250"/>
          <p14:tracePt t="36206" x="6996113" y="4775200"/>
          <p14:tracePt t="36223" x="6877050" y="4775200"/>
          <p14:tracePt t="36240" x="6850063" y="4775200"/>
          <p14:tracePt t="36256" x="6794500" y="4840288"/>
          <p14:tracePt t="36274" x="6731000" y="4922838"/>
          <p14:tracePt t="36290" x="6721475" y="4976813"/>
          <p14:tracePt t="36307" x="6684963" y="5049838"/>
          <p14:tracePt t="36323" x="6684963" y="5076825"/>
          <p14:tracePt t="36340" x="6675438" y="5113338"/>
          <p14:tracePt t="36357" x="6675438" y="5132388"/>
          <p14:tracePt t="36376" x="6675438" y="5141913"/>
          <p14:tracePt t="36978" x="6648450" y="5141913"/>
          <p14:tracePt t="36989" x="6621463" y="5149850"/>
          <p14:tracePt t="36999" x="6575425" y="5159375"/>
          <p14:tracePt t="37011" x="6521450" y="5168900"/>
          <p14:tracePt t="37024" x="6446838" y="5168900"/>
          <p14:tracePt t="37041" x="6346825" y="5186363"/>
          <p14:tracePt t="37058" x="6300788" y="5195888"/>
          <p14:tracePt t="37074" x="6200775" y="5205413"/>
          <p14:tracePt t="37091" x="6091238" y="5205413"/>
          <p14:tracePt t="37107" x="6054725" y="5205413"/>
          <p14:tracePt t="37124" x="5981700" y="5214938"/>
          <p14:tracePt t="37141" x="5935663" y="5214938"/>
          <p14:tracePt t="37158" x="5899150" y="5222875"/>
          <p14:tracePt t="37174" x="5854700" y="5222875"/>
          <p14:tracePt t="37191" x="5826125" y="5232400"/>
          <p14:tracePt t="37207" x="5781675" y="5251450"/>
          <p14:tracePt t="37224" x="5726113" y="5278438"/>
          <p14:tracePt t="37241" x="5708650" y="5278438"/>
          <p14:tracePt t="37258" x="5662613" y="5295900"/>
          <p14:tracePt t="37274" x="5643563" y="5305425"/>
          <p14:tracePt t="37275" x="5626100" y="5314950"/>
          <p14:tracePt t="37291" x="5607050" y="5314950"/>
          <p14:tracePt t="37308" x="5580063" y="5324475"/>
          <p14:tracePt t="37325" x="5570538" y="5324475"/>
          <p14:tracePt t="37341" x="5561013" y="5332413"/>
          <p14:tracePt t="37358" x="5543550" y="5341938"/>
          <p14:tracePt t="37374" x="5534025" y="5341938"/>
          <p14:tracePt t="37391" x="5524500" y="5351463"/>
          <p14:tracePt t="37408" x="5516563" y="5351463"/>
          <p14:tracePt t="37459" x="5516563" y="5360988"/>
          <p14:tracePt t="37519" x="5507038" y="5360988"/>
          <p14:tracePt t="37989" x="5516563" y="5341938"/>
          <p14:tracePt t="38000" x="5561013" y="5295900"/>
          <p14:tracePt t="38010" x="5643563" y="5195888"/>
          <p14:tracePt t="38021" x="5735638" y="5122863"/>
          <p14:tracePt t="38031" x="5799138" y="5040313"/>
          <p14:tracePt t="38042" x="5862638" y="4986338"/>
          <p14:tracePt t="38058" x="5918200" y="4949825"/>
          <p14:tracePt t="38075" x="5964238" y="4922838"/>
          <p14:tracePt t="38091" x="6008688" y="4922838"/>
          <p14:tracePt t="38108" x="6018213" y="4922838"/>
          <p14:tracePt t="38125" x="6045200" y="4986338"/>
          <p14:tracePt t="38142" x="6091238" y="5214938"/>
          <p14:tracePt t="38158" x="6110288" y="5324475"/>
          <p14:tracePt t="38175" x="6118225" y="5507038"/>
          <p14:tracePt t="38192" x="6118225" y="5570538"/>
          <p14:tracePt t="38208" x="6127750" y="5616575"/>
          <p14:tracePt t="38225" x="6127750" y="5643563"/>
          <p14:tracePt t="38265" x="6127750" y="5653088"/>
          <p14:tracePt t="38316" x="6137275" y="5653088"/>
          <p14:tracePt t="38326" x="6154738" y="5653088"/>
          <p14:tracePt t="38337" x="6183313" y="5653088"/>
          <p14:tracePt t="38348" x="6227763" y="5653088"/>
          <p14:tracePt t="38359" x="6264275" y="5653088"/>
          <p14:tracePt t="38375" x="6319838" y="5653088"/>
          <p14:tracePt t="38392" x="6465888" y="5597525"/>
          <p14:tracePt t="38409" x="6548438" y="5570538"/>
          <p14:tracePt t="38425" x="6565900" y="5561013"/>
          <p14:tracePt t="38442" x="6602413" y="5551488"/>
          <p14:tracePt t="38459" x="6621463" y="5543550"/>
          <p14:tracePt t="38475" x="6630988" y="5534025"/>
          <p14:tracePt t="38492" x="6638925" y="5534025"/>
          <p14:tracePt t="38540" x="6638925" y="5524500"/>
          <p14:tracePt t="38562" x="6621463" y="5514975"/>
          <p14:tracePt t="38572" x="6575425" y="5507038"/>
          <p14:tracePt t="38582" x="6502400" y="5478463"/>
          <p14:tracePt t="38592" x="6383338" y="5470525"/>
          <p14:tracePt t="38609" x="6273800" y="5451475"/>
          <p14:tracePt t="38626" x="6018213" y="5424488"/>
          <p14:tracePt t="38642" x="5908675" y="5405438"/>
          <p14:tracePt t="38659" x="5772150" y="5397500"/>
          <p14:tracePt t="38676" x="5726113" y="5397500"/>
          <p14:tracePt t="38692" x="5716588" y="5397500"/>
          <p14:tracePt t="38709" x="5699125" y="5397500"/>
          <p14:tracePt t="38726" x="5689600" y="5397500"/>
          <p14:tracePt t="38990" x="5699125" y="5397500"/>
          <p14:tracePt t="39011" x="5716588" y="5397500"/>
          <p14:tracePt t="39020" x="5726113" y="5397500"/>
          <p14:tracePt t="39031" x="5745163" y="5397500"/>
          <p14:tracePt t="39043" x="5762625" y="5397500"/>
          <p14:tracePt t="39059" x="5789613" y="5397500"/>
          <p14:tracePt t="39076" x="5845175" y="5387975"/>
          <p14:tracePt t="39093" x="5872163" y="5378450"/>
          <p14:tracePt t="39109" x="5881688" y="5368925"/>
          <p14:tracePt t="39134" x="5881688" y="5360988"/>
          <p14:tracePt t="39154" x="5881688" y="5341938"/>
          <p14:tracePt t="39164" x="5872163" y="5324475"/>
          <p14:tracePt t="39176" x="5845175" y="5305425"/>
          <p14:tracePt t="39193" x="5818188" y="5268913"/>
          <p14:tracePt t="39209" x="5772150" y="5205413"/>
          <p14:tracePt t="39226" x="5753100" y="5178425"/>
          <p14:tracePt t="39243" x="5745163" y="5178425"/>
          <p14:tracePt t="39259" x="5735638" y="5159375"/>
          <p14:tracePt t="39276" x="5726113" y="5159375"/>
          <p14:tracePt t="39277" x="5726113" y="5149850"/>
          <p14:tracePt t="39327" x="5726113" y="5168900"/>
          <p14:tracePt t="39337" x="5726113" y="5195888"/>
          <p14:tracePt t="39348" x="5726113" y="5251450"/>
          <p14:tracePt t="39359" x="5745163" y="5295900"/>
          <p14:tracePt t="39376" x="5745163" y="5351463"/>
          <p14:tracePt t="39393" x="5753100" y="5397500"/>
          <p14:tracePt t="39410" x="5762625" y="5414963"/>
          <p14:tracePt t="39426" x="5762625" y="5424488"/>
          <p14:tracePt t="39490" x="5762625" y="5414963"/>
          <p14:tracePt t="39500" x="5762625" y="5387975"/>
          <p14:tracePt t="39511" x="5762625" y="5360988"/>
          <p14:tracePt t="39521" x="5745163" y="5295900"/>
          <p14:tracePt t="39532" x="5735638" y="5278438"/>
          <p14:tracePt t="39543" x="5726113" y="5251450"/>
          <p14:tracePt t="39560" x="5726113" y="5222875"/>
          <p14:tracePt t="39576" x="5716588" y="5195888"/>
          <p14:tracePt t="39593" x="5708650" y="5186363"/>
          <p14:tracePt t="39634" x="5708650" y="5178425"/>
          <p14:tracePt t="39705" x="5699125" y="5178425"/>
          <p14:tracePt t="39735" x="5689600" y="5186363"/>
          <p14:tracePt t="39818" x="5689600" y="5178425"/>
          <p14:tracePt t="39827" x="5689600" y="5141913"/>
          <p14:tracePt t="39837" x="5689600" y="5122863"/>
          <p14:tracePt t="39849" x="5689600" y="5105400"/>
          <p14:tracePt t="39860" x="5689600" y="5095875"/>
          <p14:tracePt t="39877" x="5689600" y="5086350"/>
          <p14:tracePt t="40001" x="5689600" y="5095875"/>
          <p14:tracePt t="40021" x="5689600" y="5105400"/>
          <p14:tracePt t="40063" x="5689600" y="5113338"/>
          <p14:tracePt t="40144" x="5689600" y="5122863"/>
          <p14:tracePt t="40154" x="5689600" y="5132388"/>
          <p14:tracePt t="40165" x="5689600" y="5149850"/>
          <p14:tracePt t="40177" x="5689600" y="5168900"/>
          <p14:tracePt t="40194" x="5689600" y="5214938"/>
          <p14:tracePt t="40195" x="5689600" y="5251450"/>
          <p14:tracePt t="40211" x="5689600" y="5305425"/>
          <p14:tracePt t="40227" x="5689600" y="5341938"/>
          <p14:tracePt t="40244" x="5689600" y="5351463"/>
          <p14:tracePt t="40261" x="5689600" y="5360988"/>
          <p14:tracePt t="40308" x="5699125" y="5341938"/>
          <p14:tracePt t="40318" x="5726113" y="5278438"/>
          <p14:tracePt t="40328" x="5808663" y="5149850"/>
          <p14:tracePt t="40338" x="5872163" y="5059363"/>
          <p14:tracePt t="40349" x="5945188" y="4949825"/>
          <p14:tracePt t="40361" x="5981700" y="4894263"/>
          <p14:tracePt t="40377" x="6008688" y="4867275"/>
          <p14:tracePt t="40394" x="6037263" y="4830763"/>
          <p14:tracePt t="40411" x="6045200" y="4821238"/>
          <p14:tracePt t="40430" x="6054725" y="4821238"/>
          <p14:tracePt t="40450" x="6073775" y="4830763"/>
          <p14:tracePt t="40461" x="6081713" y="4867275"/>
          <p14:tracePt t="40478" x="6110288" y="4913313"/>
          <p14:tracePt t="40494" x="6154738" y="5022850"/>
          <p14:tracePt t="40511" x="6173788" y="5105400"/>
          <p14:tracePt t="40527" x="6183313" y="5141913"/>
          <p14:tracePt t="40544" x="6191250" y="5159375"/>
          <p14:tracePt t="40561" x="6191250" y="5168900"/>
          <p14:tracePt t="40578" x="6200775" y="5186363"/>
          <p14:tracePt t="40615" x="6210300" y="5195888"/>
          <p14:tracePt t="40624" x="6219825" y="5195888"/>
          <p14:tracePt t="40635" x="6237288" y="5195888"/>
          <p14:tracePt t="40645" x="6264275" y="5195888"/>
          <p14:tracePt t="40661" x="6292850" y="5195888"/>
          <p14:tracePt t="40678" x="6356350" y="5159375"/>
          <p14:tracePt t="40694" x="6383338" y="5149850"/>
          <p14:tracePt t="40695" x="6392863" y="5149850"/>
          <p14:tracePt t="40711" x="6410325" y="5149850"/>
          <p14:tracePt t="40727" x="6429375" y="5141913"/>
          <p14:tracePt t="40747" x="6429375" y="5132388"/>
          <p14:tracePt t="40761" x="6438900" y="5132388"/>
          <p14:tracePt t="40778" x="6446838" y="5132388"/>
          <p14:tracePt t="40838" x="6456363" y="5132388"/>
          <p14:tracePt t="41247" x="6475413" y="5132388"/>
          <p14:tracePt t="41257" x="6502400" y="5132388"/>
          <p14:tracePt t="41267" x="6557963" y="5132388"/>
          <p14:tracePt t="41278" x="6704013" y="5132388"/>
          <p14:tracePt t="41295" x="6831013" y="5113338"/>
          <p14:tracePt t="41312" x="7251700" y="5113338"/>
          <p14:tracePt t="41328" x="7553325" y="5113338"/>
          <p14:tracePt t="41329" x="7853363" y="5113338"/>
          <p14:tracePt t="41345" x="8337550" y="5113338"/>
          <p14:tracePt t="41362" x="8721725" y="5113338"/>
          <p14:tracePt t="41378" x="8885238" y="5113338"/>
          <p14:tracePt t="41395" x="9159875" y="5105400"/>
          <p14:tracePt t="41412" x="9315450" y="5086350"/>
          <p14:tracePt t="41428" x="9369425" y="5086350"/>
          <p14:tracePt t="41445" x="9415463" y="5076825"/>
          <p14:tracePt t="41462" x="9442450" y="5076825"/>
          <p14:tracePt t="41478" x="9451975" y="5076825"/>
          <p14:tracePt t="41495" x="9461500" y="5076825"/>
          <p14:tracePt t="41512" x="9471025" y="5068888"/>
          <p14:tracePt t="41533" x="9488488" y="5068888"/>
          <p14:tracePt t="41545" x="9498013" y="5068888"/>
          <p14:tracePt t="41562" x="9515475" y="5068888"/>
          <p14:tracePt t="41579" x="9551988" y="5068888"/>
          <p14:tracePt t="41595" x="9617075" y="5068888"/>
          <p14:tracePt t="41612" x="9653588" y="5068888"/>
          <p14:tracePt t="41628" x="9707563" y="5068888"/>
          <p14:tracePt t="41645" x="9744075" y="5068888"/>
          <p14:tracePt t="41662" x="9763125" y="5068888"/>
          <p14:tracePt t="41679" x="9780588" y="5068888"/>
          <p14:tracePt t="41696" x="9790113" y="5068888"/>
          <p14:tracePt t="41829" x="9772650" y="5068888"/>
          <p14:tracePt t="41839" x="9753600" y="5068888"/>
          <p14:tracePt t="41850" x="9726613" y="5068888"/>
          <p14:tracePt t="41862" x="9698038" y="5068888"/>
          <p14:tracePt t="41879" x="9661525" y="5068888"/>
          <p14:tracePt t="41895" x="9617075" y="5059363"/>
          <p14:tracePt t="41912" x="9588500" y="5059363"/>
          <p14:tracePt t="41929" x="9580563" y="5059363"/>
          <p14:tracePt t="41946" x="9571038" y="5059363"/>
          <p14:tracePt t="41962" x="9544050" y="5059363"/>
          <p14:tracePt t="41979" x="9525000" y="5059363"/>
          <p14:tracePt t="41996" x="9507538" y="5059363"/>
          <p14:tracePt t="42012" x="9488488" y="5059363"/>
          <p14:tracePt t="42029" x="9478963" y="5059363"/>
          <p14:tracePt t="42046" x="9471025" y="5059363"/>
          <p14:tracePt t="42063" x="9461500" y="5059363"/>
          <p14:tracePt t="42116" x="9451975" y="5059363"/>
          <p14:tracePt t="42248" x="9442450" y="5059363"/>
          <p14:tracePt t="44389" x="9434513" y="5059363"/>
          <p14:tracePt t="45778" x="9424988" y="5059363"/>
          <p14:tracePt t="45951" x="9415463" y="5059363"/>
          <p14:tracePt t="45992" x="9405938" y="5059363"/>
          <p14:tracePt t="46004" x="9398000" y="5059363"/>
          <p14:tracePt t="46013" x="9388475" y="5059363"/>
          <p14:tracePt t="46033" x="9369425" y="5059363"/>
          <p14:tracePt t="46043" x="9351963" y="5059363"/>
          <p14:tracePt t="46055" x="9332913" y="5059363"/>
          <p14:tracePt t="46066" x="9315450" y="5059363"/>
          <p14:tracePt t="46083" x="9305925" y="5059363"/>
          <p14:tracePt t="46100" x="9278938" y="5059363"/>
          <p14:tracePt t="46125" x="9269413" y="5059363"/>
          <p14:tracePt t="46156" x="9259888" y="5059363"/>
          <p14:tracePt t="46186" x="9251950" y="5040313"/>
          <p14:tracePt t="46197" x="9251950" y="5022850"/>
          <p14:tracePt t="46206" x="9251950" y="4976813"/>
          <p14:tracePt t="46217" x="9251950" y="4922838"/>
          <p14:tracePt t="46233" x="9251950" y="4811713"/>
          <p14:tracePt t="46250" x="9269413" y="4629150"/>
          <p14:tracePt t="46289" x="9296400" y="4584700"/>
          <p14:tracePt t="46523" x="9296400" y="4548188"/>
          <p14:tracePt t="46534" x="9288463" y="4465638"/>
          <p14:tracePt t="46544" x="9288463" y="4373563"/>
          <p14:tracePt t="46556" x="9288463" y="4191000"/>
          <p14:tracePt t="46567" x="9288463" y="3971925"/>
          <p14:tracePt t="46583" x="9332913" y="3370263"/>
          <p14:tracePt t="46600" x="9424988" y="2986088"/>
          <p14:tracePt t="46617" x="9525000" y="2757488"/>
          <p14:tracePt t="46633" x="9561513" y="2711450"/>
          <p14:tracePt t="46650" x="9598025" y="2667000"/>
          <p14:tracePt t="46667" x="9617075" y="2657475"/>
          <p14:tracePt t="46684" x="9625013" y="2657475"/>
          <p14:tracePt t="46700" x="9625013" y="2703513"/>
          <p14:tracePt t="46717" x="9598025" y="3132138"/>
          <p14:tracePt t="46734" x="9580563" y="3278188"/>
          <p14:tracePt t="46750" x="9551988" y="3533775"/>
          <p14:tracePt t="46767" x="9525000" y="3670300"/>
          <p14:tracePt t="46784" x="9471025" y="3862388"/>
          <p14:tracePt t="46800" x="9424988" y="3935413"/>
          <p14:tracePt t="46817" x="9405938" y="3944938"/>
          <p14:tracePt t="46834" x="9361488" y="3954463"/>
          <p14:tracePt t="46851" x="9269413" y="3898900"/>
          <p14:tracePt t="46867" x="9178925" y="3725863"/>
          <p14:tracePt t="46883" x="8840788" y="2620963"/>
          <p14:tracePt t="46900" x="8712200" y="1927225"/>
          <p14:tracePt t="46917" x="8585200" y="849313"/>
          <p14:tracePt t="47310" x="8072438" y="639763"/>
          <p14:tracePt t="47320" x="8064500" y="647700"/>
          <p14:tracePt t="47334" x="8064500" y="657225"/>
          <p14:tracePt t="47351" x="8054975" y="666750"/>
          <p14:tracePt t="47382" x="8054975" y="676275"/>
          <p14:tracePt t="47524" x="8064500" y="676275"/>
          <p14:tracePt t="47545" x="8072438" y="676275"/>
          <p14:tracePt t="47556" x="8081963" y="676275"/>
          <p14:tracePt t="47564" x="8101013" y="676275"/>
          <p14:tracePt t="47575" x="8108950" y="676275"/>
          <p14:tracePt t="47585" x="8118475" y="676275"/>
          <p14:tracePt t="47601" x="8137525" y="657225"/>
          <p14:tracePt t="47618" x="8147050" y="647700"/>
          <p14:tracePt t="47634" x="8164513" y="630238"/>
          <p14:tracePt t="47651" x="8174038" y="620713"/>
          <p14:tracePt t="62362" x="8575675" y="511175"/>
          <p14:tracePt t="62371" x="8996363" y="520700"/>
          <p14:tracePt t="62381" x="9388475" y="584200"/>
          <p14:tracePt t="62392" x="10072688" y="666750"/>
          <p14:tracePt t="62403" x="10585450" y="766763"/>
          <p14:tracePt t="62416" x="11352213" y="903288"/>
          <p14:tracePt t="62432" x="11899900" y="10509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9DD463-1211-AE39-BA89-59CF375B2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9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86"/>
    </mc:Choice>
    <mc:Fallback xmlns="">
      <p:transition spd="slow" advTm="62186"/>
    </mc:Fallback>
  </mc:AlternateContent>
  <p:extLst>
    <p:ext uri="{3A86A75C-4F4B-4683-9AE1-C65F6400EC91}">
      <p14:laserTraceLst xmlns:p14="http://schemas.microsoft.com/office/powerpoint/2010/main">
        <p14:tracePtLst>
          <p14:tracePt t="6565" x="11415713" y="2127250"/>
          <p14:tracePt t="6576" x="10612438" y="1662113"/>
          <p14:tracePt t="6587" x="9963150" y="1397000"/>
          <p14:tracePt t="6604" x="8950325" y="976313"/>
          <p14:tracePt t="6688" x="3908425" y="365125"/>
          <p14:tracePt t="6698" x="3679825" y="365125"/>
          <p14:tracePt t="6709" x="3579813" y="392113"/>
          <p14:tracePt t="6721" x="3470275" y="428625"/>
          <p14:tracePt t="6738" x="3406775" y="465138"/>
          <p14:tracePt t="6754" x="3306763" y="538163"/>
          <p14:tracePt t="6771" x="3159125" y="776288"/>
          <p14:tracePt t="6788" x="3105150" y="922338"/>
          <p14:tracePt t="6804" x="3013075" y="1233488"/>
          <p14:tracePt t="6821" x="2995613" y="1323975"/>
          <p14:tracePt t="6838" x="2968625" y="1543050"/>
          <p14:tracePt t="6854" x="2968625" y="1871663"/>
          <p14:tracePt t="6871" x="2968625" y="2109788"/>
          <p14:tracePt t="6888" x="2968625" y="2182813"/>
          <p14:tracePt t="6904" x="2995613" y="2282825"/>
          <p14:tracePt t="6921" x="3013075" y="2309813"/>
          <p14:tracePt t="6938" x="3168650" y="2346325"/>
          <p14:tracePt t="6955" x="3497263" y="2309813"/>
          <p14:tracePt t="6971" x="3671888" y="2200275"/>
          <p14:tracePt t="6988" x="3935413" y="1935163"/>
          <p14:tracePt t="7005" x="4064000" y="1735138"/>
          <p14:tracePt t="7021" x="4090988" y="1671638"/>
          <p14:tracePt t="7038" x="4090988" y="1616075"/>
          <p14:tracePt t="7054" x="4027488" y="1579563"/>
          <p14:tracePt t="7071" x="3616325" y="1497013"/>
          <p14:tracePt t="7088" x="3251200" y="1516063"/>
          <p14:tracePt t="7104" x="3095625" y="1598613"/>
          <p14:tracePt t="7121" x="2830513" y="1789113"/>
          <p14:tracePt t="7138" x="2630488" y="2027238"/>
          <p14:tracePt t="7154" x="2557463" y="2146300"/>
          <p14:tracePt t="7171" x="2474913" y="2374900"/>
          <p14:tracePt t="7188" x="2447925" y="2601913"/>
          <p14:tracePt t="7205" x="2447925" y="2693988"/>
          <p14:tracePt t="7221" x="2465388" y="2886075"/>
          <p14:tracePt t="7238" x="2547938" y="2968625"/>
          <p14:tracePt t="7255" x="2611438" y="3005138"/>
          <p14:tracePt t="7271" x="2849563" y="2986088"/>
          <p14:tracePt t="7288" x="3005138" y="2876550"/>
          <p14:tracePt t="7305" x="3343275" y="2557463"/>
          <p14:tracePt t="7321" x="3570288" y="2200275"/>
          <p14:tracePt t="7338" x="3625850" y="2082800"/>
          <p14:tracePt t="7355" x="3708400" y="1908175"/>
          <p14:tracePt t="7372" x="3725863" y="1862138"/>
          <p14:tracePt t="7388" x="3725863" y="1844675"/>
          <p14:tracePt t="7405" x="3716338" y="1825625"/>
          <p14:tracePt t="7421" x="3679825" y="1817688"/>
          <p14:tracePt t="7438" x="3570288" y="1808163"/>
          <p14:tracePt t="7455" x="3460750" y="1808163"/>
          <p14:tracePt t="7472" x="3433763" y="1817688"/>
          <p14:tracePt t="7488" x="3370263" y="1871663"/>
          <p14:tracePt t="7505" x="3324225" y="1908175"/>
          <p14:tracePt t="7522" x="3314700" y="1927225"/>
          <p14:tracePt t="7538" x="3287713" y="1963738"/>
          <p14:tracePt t="7555" x="3287713" y="1973263"/>
          <p14:tracePt t="7556" x="3278188" y="1990725"/>
          <p14:tracePt t="7572" x="3278188" y="2000250"/>
          <p14:tracePt t="7589" x="3270250" y="2009775"/>
          <p14:tracePt t="7605" x="3270250" y="2017713"/>
          <p14:tracePt t="7622" x="3270250" y="2036763"/>
          <p14:tracePt t="7639" x="3270250" y="2046288"/>
          <p14:tracePt t="7659" x="3270250" y="2054225"/>
          <p14:tracePt t="7688" x="3270250" y="2063750"/>
          <p14:tracePt t="9813" x="3287713" y="2063750"/>
          <p14:tracePt t="9823" x="3333750" y="2046288"/>
          <p14:tracePt t="9834" x="3470275" y="1954213"/>
          <p14:tracePt t="9845" x="3698875" y="1817688"/>
          <p14:tracePt t="9857" x="4219575" y="1452563"/>
          <p14:tracePt t="9874" x="4492625" y="1241425"/>
          <p14:tracePt t="9890" x="5195888" y="785813"/>
          <p14:tracePt t="10631" x="6110288" y="639763"/>
          <p14:tracePt t="10641" x="5341938" y="749300"/>
          <p14:tracePt t="10650" x="4857750" y="776288"/>
          <p14:tracePt t="10663" x="4100513" y="858838"/>
          <p14:tracePt t="10675" x="3708400" y="895350"/>
          <p14:tracePt t="10692" x="2757488" y="1114425"/>
          <p14:tracePt t="10708" x="2200275" y="1287463"/>
          <p14:tracePt t="10725" x="1579563" y="1516063"/>
          <p14:tracePt t="10741" x="1433513" y="1579563"/>
          <p14:tracePt t="10758" x="1214438" y="1662113"/>
          <p14:tracePt t="10775" x="1095375" y="1708150"/>
          <p14:tracePt t="10792" x="1050925" y="1744663"/>
          <p14:tracePt t="10808" x="995363" y="1781175"/>
          <p14:tracePt t="10825" x="968375" y="1817688"/>
          <p14:tracePt t="10842" x="958850" y="1817688"/>
          <p14:tracePt t="10858" x="941388" y="1844675"/>
          <p14:tracePt t="10875" x="931863" y="1854200"/>
          <p14:tracePt t="10876" x="931863" y="1862138"/>
          <p14:tracePt t="10892" x="931863" y="1871663"/>
          <p14:tracePt t="10909" x="931863" y="1881188"/>
          <p14:tracePt t="10925" x="922338" y="1890713"/>
          <p14:tracePt t="10942" x="922338" y="1917700"/>
          <p14:tracePt t="10959" x="912813" y="1963738"/>
          <p14:tracePt t="10975" x="912813" y="1990725"/>
          <p14:tracePt t="10992" x="912813" y="2027238"/>
          <p14:tracePt t="11008" x="912813" y="2046288"/>
          <p14:tracePt t="11009" x="912813" y="2054225"/>
          <p14:tracePt t="11025" x="931863" y="2063750"/>
          <p14:tracePt t="11042" x="1014413" y="2090738"/>
          <p14:tracePt t="11059" x="1087438" y="2090738"/>
          <p14:tracePt t="11060" x="1141413" y="2090738"/>
          <p14:tracePt t="11075" x="1214438" y="2090738"/>
          <p14:tracePt t="11092" x="1350963" y="2090738"/>
          <p14:tracePt t="11109" x="1387475" y="2090738"/>
          <p14:tracePt t="11125" x="1489075" y="2090738"/>
          <p14:tracePt t="11142" x="1570038" y="2054225"/>
          <p14:tracePt t="11159" x="1589088" y="2054225"/>
          <p14:tracePt t="11175" x="1652588" y="2036763"/>
          <p14:tracePt t="11192" x="1662113" y="2027238"/>
          <p14:tracePt t="11193" x="1671638" y="2017713"/>
          <p14:tracePt t="11209" x="1698625" y="2009775"/>
          <p14:tracePt t="11225" x="1717675" y="2000250"/>
          <p14:tracePt t="11242" x="1725613" y="1990725"/>
          <p14:tracePt t="11243" x="1735138" y="1990725"/>
          <p14:tracePt t="11259" x="1754188" y="1981200"/>
          <p14:tracePt t="11275" x="1762125" y="1981200"/>
          <p14:tracePt t="11295" x="1771650" y="1973263"/>
          <p14:tracePt t="11356" x="1781175" y="1973263"/>
          <p14:tracePt t="11785" x="1781175" y="1981200"/>
          <p14:tracePt t="11796" x="1781175" y="1990725"/>
          <p14:tracePt t="11806" x="1781175" y="2000250"/>
          <p14:tracePt t="11816" x="1781175" y="2027238"/>
          <p14:tracePt t="11827" x="1781175" y="2046288"/>
          <p14:tracePt t="11843" x="1781175" y="2073275"/>
          <p14:tracePt t="11859" x="1781175" y="2109788"/>
          <p14:tracePt t="11876" x="1790700" y="2127250"/>
          <p14:tracePt t="11877" x="1798638" y="2146300"/>
          <p14:tracePt t="11893" x="1808163" y="2155825"/>
          <p14:tracePt t="11909" x="1827213" y="2163763"/>
          <p14:tracePt t="11926" x="1835150" y="2173288"/>
          <p14:tracePt t="11943" x="1854200" y="2182813"/>
          <p14:tracePt t="11959" x="1890713" y="2192338"/>
          <p14:tracePt t="11976" x="1927225" y="2200275"/>
          <p14:tracePt t="11993" x="1963738" y="2200275"/>
          <p14:tracePt t="12009" x="1973263" y="2200275"/>
          <p14:tracePt t="12026" x="1990725" y="2209800"/>
          <p14:tracePt t="12050" x="2000250" y="2209800"/>
          <p14:tracePt t="12071" x="2009775" y="2209800"/>
          <p14:tracePt t="12336" x="2027238" y="2209800"/>
          <p14:tracePt t="12347" x="2100263" y="2200275"/>
          <p14:tracePt t="12357" x="2246313" y="2119313"/>
          <p14:tracePt t="12367" x="2667000" y="1908175"/>
          <p14:tracePt t="12377" x="3178175" y="1635125"/>
          <p14:tracePt t="12393" x="4017963" y="1168400"/>
          <p14:tracePt t="12837" x="8439150" y="92075"/>
          <p14:tracePt t="12848" x="8410575" y="155575"/>
          <p14:tracePt t="21240" x="7169150" y="895350"/>
          <p14:tracePt t="21252" x="6264275" y="1333500"/>
          <p14:tracePt t="21269" x="5487988" y="1817688"/>
          <p14:tracePt t="21285" x="3552825" y="2820988"/>
          <p14:tracePt t="21302" x="2346325" y="3406775"/>
          <p14:tracePt t="21302" x="1963738" y="3716338"/>
          <p14:tracePt t="21318" x="1296988" y="4164013"/>
          <p14:tracePt t="21335" x="639763" y="4711700"/>
          <p14:tracePt t="21352" x="465138" y="4940300"/>
          <p14:tracePt t="21352" x="374650" y="5059363"/>
          <p14:tracePt t="21368" x="301625" y="5178425"/>
          <p14:tracePt t="21385" x="238125" y="5351463"/>
          <p14:tracePt t="21402" x="219075" y="5414963"/>
          <p14:tracePt t="21419" x="219075" y="5497513"/>
          <p14:tracePt t="21435" x="301625" y="5607050"/>
          <p14:tracePt t="21452" x="438150" y="5697538"/>
          <p14:tracePt t="21469" x="885825" y="5889625"/>
          <p14:tracePt t="21485" x="1370013" y="5926138"/>
          <p14:tracePt t="21502" x="1652588" y="5899150"/>
          <p14:tracePt t="21519" x="1973263" y="5762625"/>
          <p14:tracePt t="21535" x="2090738" y="5689600"/>
          <p14:tracePt t="21536" x="2228850" y="5580063"/>
          <p14:tracePt t="21552" x="2309813" y="5497513"/>
          <p14:tracePt t="21569" x="2457450" y="5241925"/>
          <p14:tracePt t="21585" x="2501900" y="5095875"/>
          <p14:tracePt t="21602" x="2538413" y="4840288"/>
          <p14:tracePt t="21619" x="2474913" y="4675188"/>
          <p14:tracePt t="21636" x="2419350" y="4611688"/>
          <p14:tracePt t="21652" x="2328863" y="4529138"/>
          <p14:tracePt t="21669" x="2163763" y="4419600"/>
          <p14:tracePt t="21686" x="2063750" y="4373563"/>
          <p14:tracePt t="21702" x="1798638" y="4300538"/>
          <p14:tracePt t="21719" x="1671638" y="4292600"/>
          <p14:tracePt t="21719" x="1579563" y="4292600"/>
          <p14:tracePt t="21736" x="1470025" y="4292600"/>
          <p14:tracePt t="21752" x="1296988" y="4346575"/>
          <p14:tracePt t="21769" x="1233488" y="4383088"/>
          <p14:tracePt t="21786" x="1150938" y="4446588"/>
          <p14:tracePt t="21802" x="1123950" y="4483100"/>
          <p14:tracePt t="21803" x="1123950" y="4519613"/>
          <p14:tracePt t="21819" x="1123950" y="4538663"/>
          <p14:tracePt t="21836" x="1187450" y="4575175"/>
          <p14:tracePt t="21853" x="1698625" y="4502150"/>
          <p14:tracePt t="21869" x="2236788" y="4246563"/>
          <p14:tracePt t="21886" x="3141663" y="3570288"/>
          <p14:tracePt t="21903" x="3260725" y="3443288"/>
          <p14:tracePt t="21903" x="3406775" y="3305175"/>
          <p14:tracePt t="21919" x="3460750" y="3224213"/>
          <p14:tracePt t="21936" x="3525838" y="3068638"/>
          <p14:tracePt t="21952" x="3533775" y="2949575"/>
          <p14:tracePt t="21969" x="3506788" y="2784475"/>
          <p14:tracePt t="21986" x="3324225" y="2684463"/>
          <p14:tracePt t="22002" x="3232150" y="2674938"/>
          <p14:tracePt t="22019" x="3005138" y="2703513"/>
          <p14:tracePt t="22036" x="2903538" y="2757488"/>
          <p14:tracePt t="22053" x="2767013" y="2894013"/>
          <p14:tracePt t="22069" x="2640013" y="3132138"/>
          <p14:tracePt t="22086" x="2574925" y="3278188"/>
          <p14:tracePt t="22103" x="2530475" y="3543300"/>
          <p14:tracePt t="22119" x="2530475" y="3706813"/>
          <p14:tracePt t="22136" x="2530475" y="3743325"/>
          <p14:tracePt t="22153" x="2566988" y="3825875"/>
          <p14:tracePt t="22169" x="2611438" y="3852863"/>
          <p14:tracePt t="22170" x="2657475" y="3889375"/>
          <p14:tracePt t="22186" x="2703513" y="3917950"/>
          <p14:tracePt t="22203" x="2895600" y="3944938"/>
          <p14:tracePt t="22220" x="3095625" y="3944938"/>
          <p14:tracePt t="22236" x="3195638" y="3908425"/>
          <p14:tracePt t="22253" x="3379788" y="3798888"/>
          <p14:tracePt t="22269" x="3424238" y="3762375"/>
          <p14:tracePt t="22286" x="3489325" y="3698875"/>
          <p14:tracePt t="22303" x="3506788" y="3633788"/>
          <p14:tracePt t="22319" x="3516313" y="3606800"/>
          <p14:tracePt t="22336" x="3516313" y="3579813"/>
          <p14:tracePt t="22353" x="3433763" y="3552825"/>
          <p14:tracePt t="22370" x="3379788" y="3524250"/>
          <p14:tracePt t="22386" x="3205163" y="3524250"/>
          <p14:tracePt t="22403" x="3151188" y="3543300"/>
          <p14:tracePt t="22404" x="3114675" y="3560763"/>
          <p14:tracePt t="22420" x="3068638" y="3589338"/>
          <p14:tracePt t="22436" x="3022600" y="3625850"/>
          <p14:tracePt t="22453" x="3005138" y="3652838"/>
          <p14:tracePt t="22469" x="2976563" y="3698875"/>
          <p14:tracePt t="22487" x="2959100" y="3706813"/>
          <p14:tracePt t="22503" x="2949575" y="3725863"/>
          <p14:tracePt t="22520" x="2949575" y="3735388"/>
          <p14:tracePt t="22536" x="2940050" y="3735388"/>
          <p14:tracePt t="22537" x="2940050" y="3743325"/>
          <p14:tracePt t="22567" x="2940050" y="3752850"/>
          <p14:tracePt t="23140" x="2949575" y="3735388"/>
          <p14:tracePt t="23149" x="3022600" y="3643313"/>
          <p14:tracePt t="23160" x="3168650" y="3506788"/>
          <p14:tracePt t="23170" x="3470275" y="3205163"/>
          <p14:tracePt t="23187" x="3890963" y="2830513"/>
          <p14:tracePt t="23203" x="4949825" y="1973263"/>
          <p14:tracePt t="23221" x="5954713" y="1460500"/>
          <p14:tracePt t="23237" x="6446838" y="1287463"/>
          <p14:tracePt t="23254" x="7032625" y="1160463"/>
          <p14:tracePt t="23270" x="7169150" y="1114425"/>
          <p14:tracePt t="23287" x="7415213" y="1022350"/>
          <p14:tracePt t="23304" x="7597775" y="912813"/>
          <p14:tracePt t="23321" x="7699375" y="858838"/>
          <p14:tracePt t="23337" x="7862888" y="749300"/>
          <p14:tracePt t="23354" x="8027988" y="639763"/>
          <p14:tracePt t="23416" x="8410575" y="411163"/>
          <p14:tracePt t="23426" x="8439150" y="374650"/>
          <p14:tracePt t="23435" x="8456613" y="365125"/>
          <p14:tracePt t="23446" x="8493125" y="355600"/>
          <p14:tracePt t="23457" x="8493125" y="347663"/>
          <p14:tracePt t="23471" x="8502650" y="347663"/>
          <p14:tracePt t="23487" x="8520113" y="338138"/>
          <p14:tracePt t="23504" x="8529638" y="338138"/>
          <p14:tracePt t="23521" x="8539163" y="338138"/>
          <p14:tracePt t="23548" x="8548688" y="338138"/>
          <p14:tracePt t="23619" x="8556625" y="338138"/>
          <p14:tracePt t="23721" x="8548688" y="338138"/>
          <p14:tracePt t="23732" x="8529638" y="338138"/>
          <p14:tracePt t="23742" x="8512175" y="338138"/>
          <p14:tracePt t="23754" x="8493125" y="338138"/>
          <p14:tracePt t="23771" x="8466138" y="347663"/>
          <p14:tracePt t="23787" x="8420100" y="355600"/>
          <p14:tracePt t="31385" x="8018463" y="676275"/>
          <p14:tracePt t="31395" x="7881938" y="803275"/>
          <p14:tracePt t="31406" x="7670800" y="976313"/>
          <p14:tracePt t="31417" x="7497763" y="1131888"/>
          <p14:tracePt t="31428" x="7223125" y="1387475"/>
          <p14:tracePt t="31445" x="7096125" y="1552575"/>
          <p14:tracePt t="31462" x="6840538" y="2046288"/>
          <p14:tracePt t="31478" x="6784975" y="2328863"/>
          <p14:tracePt t="31495" x="6784975" y="2438400"/>
          <p14:tracePt t="31512" x="6831013" y="2620963"/>
          <p14:tracePt t="31528" x="7032625" y="2720975"/>
          <p14:tracePt t="31545" x="7232650" y="2747963"/>
          <p14:tracePt t="31562" x="7972425" y="2638425"/>
          <p14:tracePt t="31579" x="8675688" y="2355850"/>
          <p14:tracePt t="31595" x="8950325" y="2236788"/>
          <p14:tracePt t="31612" x="9434513" y="2009775"/>
          <p14:tracePt t="31629" x="9551988" y="1944688"/>
          <p14:tracePt t="31645" x="9625013" y="1835150"/>
          <p14:tracePt t="31662" x="9690100" y="1671638"/>
          <p14:tracePt t="31679" x="9707563" y="1562100"/>
          <p14:tracePt t="31695" x="9690100" y="1343025"/>
          <p14:tracePt t="31712" x="9544050" y="1123950"/>
          <p14:tracePt t="31729" x="9388475" y="1014413"/>
          <p14:tracePt t="31745" x="8804275" y="968375"/>
          <p14:tracePt t="31762" x="8539163" y="1031875"/>
          <p14:tracePt t="31779" x="7881938" y="1416050"/>
          <p14:tracePt t="31795" x="7315200" y="1963738"/>
          <p14:tracePt t="31812" x="7023100" y="2374900"/>
          <p14:tracePt t="31829" x="6704013" y="3151188"/>
          <p14:tracePt t="31846" x="6648450" y="3808413"/>
          <p14:tracePt t="31862" x="6648450" y="4037013"/>
          <p14:tracePt t="31879" x="6821488" y="4575175"/>
          <p14:tracePt t="31896" x="6940550" y="4767263"/>
          <p14:tracePt t="31896" x="7050088" y="4884738"/>
          <p14:tracePt t="31912" x="7150100" y="4967288"/>
          <p14:tracePt t="31929" x="7434263" y="5059363"/>
          <p14:tracePt t="31946" x="7653338" y="5059363"/>
          <p14:tracePt t="31946" x="7826375" y="4976813"/>
          <p14:tracePt t="31962" x="8128000" y="4757738"/>
          <p14:tracePt t="31979" x="8712200" y="4310063"/>
          <p14:tracePt t="31996" x="8867775" y="4183063"/>
          <p14:tracePt t="32012" x="9132888" y="3971925"/>
          <p14:tracePt t="32029" x="9288463" y="3798888"/>
          <p14:tracePt t="32046" x="9342438" y="3706813"/>
          <p14:tracePt t="32062" x="9351963" y="3443288"/>
          <p14:tracePt t="32079" x="9351963" y="3224213"/>
          <p14:tracePt t="32080" x="9288463" y="3059113"/>
          <p14:tracePt t="32096" x="9142413" y="2794000"/>
          <p14:tracePt t="32112" x="8775700" y="2484438"/>
          <p14:tracePt t="32129" x="8566150" y="2392363"/>
          <p14:tracePt t="32146" x="8183563" y="2365375"/>
          <p14:tracePt t="32162" x="7889875" y="2538413"/>
          <p14:tracePt t="32179" x="7772400" y="2630488"/>
          <p14:tracePt t="32196" x="7553325" y="2867025"/>
          <p14:tracePt t="32213" x="7342188" y="3095625"/>
          <p14:tracePt t="32229" x="7251700" y="3232150"/>
          <p14:tracePt t="32246" x="7132638" y="3443288"/>
          <p14:tracePt t="32263" x="7105650" y="3524250"/>
          <p14:tracePt t="32264" x="7096125" y="3597275"/>
          <p14:tracePt t="32279" x="7096125" y="3652838"/>
          <p14:tracePt t="32296" x="7105650" y="3725863"/>
          <p14:tracePt t="32313" x="7169150" y="3762375"/>
          <p14:tracePt t="32329" x="7443788" y="3825875"/>
          <p14:tracePt t="32346" x="7908925" y="3798888"/>
          <p14:tracePt t="32363" x="8283575" y="3662363"/>
          <p14:tracePt t="32379" x="8904288" y="3324225"/>
          <p14:tracePt t="32396" x="9186863" y="3114675"/>
          <p14:tracePt t="32413" x="9259888" y="3032125"/>
          <p14:tracePt t="32429" x="9361488" y="2794000"/>
          <p14:tracePt t="32446" x="9378950" y="2684463"/>
          <p14:tracePt t="32463" x="9361488" y="2465388"/>
          <p14:tracePt t="32479" x="9215438" y="2292350"/>
          <p14:tracePt t="32496" x="9086850" y="2219325"/>
          <p14:tracePt t="32513" x="8785225" y="2146300"/>
          <p14:tracePt t="32530" x="8429625" y="2163763"/>
          <p14:tracePt t="32546" x="8337550" y="2219325"/>
          <p14:tracePt t="32564" x="8091488" y="2401888"/>
          <p14:tracePt t="32580" x="7908925" y="2574925"/>
          <p14:tracePt t="32596" x="7808913" y="2674938"/>
          <p14:tracePt t="32613" x="7670800" y="2813050"/>
          <p14:tracePt t="32630" x="7616825" y="2857500"/>
          <p14:tracePt t="32646" x="7553325" y="2930525"/>
          <p14:tracePt t="32663" x="7461250" y="3059113"/>
          <p14:tracePt t="32679" x="7443788" y="3114675"/>
          <p14:tracePt t="32696" x="7388225" y="3278188"/>
          <p14:tracePt t="32713" x="7361238" y="3406775"/>
          <p14:tracePt t="32730" x="7351713" y="3451225"/>
          <p14:tracePt t="32746" x="7351713" y="3506788"/>
          <p14:tracePt t="32763" x="7351713" y="3543300"/>
          <p14:tracePt t="32780" x="7351713" y="3560763"/>
          <p14:tracePt t="32796" x="7361238" y="3579813"/>
          <p14:tracePt t="32813" x="7378700" y="3589338"/>
          <p14:tracePt t="32830" x="7407275" y="3606800"/>
          <p14:tracePt t="32847" x="7434263" y="3625850"/>
          <p14:tracePt t="32863" x="7443788" y="3625850"/>
          <p14:tracePt t="32880" x="7451725" y="3625850"/>
          <p14:tracePt t="32897" x="7461250" y="3625850"/>
          <p14:tracePt t="32897" x="7461250" y="3633788"/>
          <p14:tracePt t="32913" x="7470775" y="3633788"/>
          <p14:tracePt t="32930" x="7480300" y="3633788"/>
          <p14:tracePt t="32978" x="7488238" y="3633788"/>
          <p14:tracePt t="35175" x="7488238" y="3625850"/>
          <p14:tracePt t="35187" x="7488238" y="3606800"/>
          <p14:tracePt t="35196" x="7488238" y="3589338"/>
          <p14:tracePt t="35205" x="7488238" y="3570288"/>
          <p14:tracePt t="35216" x="7488238" y="3543300"/>
          <p14:tracePt t="35232" x="7488238" y="3524250"/>
          <p14:tracePt t="35249" x="7488238" y="3443288"/>
          <p14:tracePt t="35266" x="7488238" y="3387725"/>
          <p14:tracePt t="35282" x="7488238" y="3324225"/>
          <p14:tracePt t="35299" x="7488238" y="3278188"/>
          <p14:tracePt t="35316" x="7488238" y="3251200"/>
          <p14:tracePt t="35332" x="7488238" y="3214688"/>
          <p14:tracePt t="35349" x="7488238" y="3168650"/>
          <p14:tracePt t="35366" x="7488238" y="3151188"/>
          <p14:tracePt t="35382" x="7488238" y="3122613"/>
          <p14:tracePt t="35399" x="7488238" y="3114675"/>
          <p14:tracePt t="35416" x="7488238" y="3086100"/>
          <p14:tracePt t="35432" x="7497763" y="3068638"/>
          <p14:tracePt t="35449" x="7497763" y="3059113"/>
          <p14:tracePt t="35466" x="7497763" y="3049588"/>
          <p14:tracePt t="35482" x="7497763" y="3022600"/>
          <p14:tracePt t="35499" x="7497763" y="3005138"/>
          <p14:tracePt t="35516" x="7507288" y="2968625"/>
          <p14:tracePt t="35533" x="7534275" y="2922588"/>
          <p14:tracePt t="35549" x="7543800" y="2894013"/>
          <p14:tracePt t="35566" x="7561263" y="2794000"/>
          <p14:tracePt t="35582" x="7570788" y="2757488"/>
          <p14:tracePt t="35583" x="7580313" y="2703513"/>
          <p14:tracePt t="35599" x="7589838" y="2674938"/>
          <p14:tracePt t="35616" x="7616825" y="2611438"/>
          <p14:tracePt t="35633" x="7616825" y="2584450"/>
          <p14:tracePt t="35649" x="7626350" y="2547938"/>
          <p14:tracePt t="35666" x="7626350" y="2528888"/>
          <p14:tracePt t="35666" x="7626350" y="2511425"/>
          <p14:tracePt t="35683" x="7626350" y="2492375"/>
          <p14:tracePt t="35699" x="7626350" y="2455863"/>
          <p14:tracePt t="35716" x="7580313" y="2419350"/>
          <p14:tracePt t="35733" x="7516813" y="2392363"/>
          <p14:tracePt t="35749" x="7278688" y="2365375"/>
          <p14:tracePt t="35766" x="7113588" y="2365375"/>
          <p14:tracePt t="35783" x="6548438" y="2528888"/>
          <p14:tracePt t="35799" x="6110288" y="2794000"/>
          <p14:tracePt t="35816" x="5872163" y="2995613"/>
          <p14:tracePt t="35833" x="5670550" y="3268663"/>
          <p14:tracePt t="35849" x="5616575" y="3497263"/>
          <p14:tracePt t="35866" x="5616575" y="3606800"/>
          <p14:tracePt t="35883" x="5653088" y="3706813"/>
          <p14:tracePt t="35899" x="5699125" y="3762375"/>
          <p14:tracePt t="35900" x="5753100" y="3808413"/>
          <p14:tracePt t="35916" x="5845175" y="3852863"/>
          <p14:tracePt t="35933" x="6110288" y="3927475"/>
          <p14:tracePt t="35950" x="6256338" y="3927475"/>
          <p14:tracePt t="35966" x="6667500" y="3917950"/>
          <p14:tracePt t="35983" x="7013575" y="3852863"/>
          <p14:tracePt t="36000" x="7205663" y="3808413"/>
          <p14:tracePt t="36016" x="7397750" y="3706813"/>
          <p14:tracePt t="36033" x="7480300" y="3643313"/>
          <p14:tracePt t="36050" x="7507288" y="3606800"/>
          <p14:tracePt t="36066" x="7553325" y="3579813"/>
          <p14:tracePt t="36083" x="7553325" y="3570288"/>
          <p14:tracePt t="36084" x="7561263" y="3560763"/>
          <p14:tracePt t="36115" x="7570788" y="3560763"/>
          <p14:tracePt t="36136" x="7570788" y="3552825"/>
          <p14:tracePt t="36146" x="7570788" y="3543300"/>
          <p14:tracePt t="36156" x="7570788" y="3533775"/>
          <p14:tracePt t="36167" x="7570788" y="3524250"/>
          <p14:tracePt t="36187" x="7570788" y="3516313"/>
          <p14:tracePt t="36200" x="7553325" y="3506788"/>
          <p14:tracePt t="36217" x="7524750" y="3497263"/>
          <p14:tracePt t="36233" x="7516813" y="3497263"/>
          <p14:tracePt t="36250" x="7497763" y="3497263"/>
          <p14:tracePt t="36267" x="7480300" y="3497263"/>
          <p14:tracePt t="36268" x="7461250" y="3497263"/>
          <p14:tracePt t="36283" x="7451725" y="3497263"/>
          <p14:tracePt t="36300" x="7424738" y="3497263"/>
          <p14:tracePt t="36316" x="7415213" y="3497263"/>
          <p14:tracePt t="36333" x="7397750" y="3497263"/>
          <p14:tracePt t="36350" x="7388225" y="3497263"/>
          <p14:tracePt t="36367" x="7378700" y="3497263"/>
          <p14:tracePt t="36453" x="7370763" y="3497263"/>
          <p14:tracePt t="36871" x="7378700" y="3460750"/>
          <p14:tracePt t="36881" x="7415213" y="3378200"/>
          <p14:tracePt t="36892" x="7443788" y="3268663"/>
          <p14:tracePt t="36901" x="7470775" y="3151188"/>
          <p14:tracePt t="36917" x="7488238" y="3022600"/>
          <p14:tracePt t="36934" x="7451725" y="2747963"/>
          <p14:tracePt t="36950" x="7424738" y="2667000"/>
          <p14:tracePt t="36967" x="7324725" y="2538413"/>
          <p14:tracePt t="36984" x="7113588" y="2492375"/>
          <p14:tracePt t="37000" x="6931025" y="2520950"/>
          <p14:tracePt t="37018" x="6611938" y="2720975"/>
          <p14:tracePt t="37034" x="6410325" y="2876550"/>
          <p14:tracePt t="37051" x="6356350" y="2976563"/>
          <p14:tracePt t="37067" x="6256338" y="3214688"/>
          <p14:tracePt t="37084" x="6237288" y="3324225"/>
          <p14:tracePt t="37101" x="6256338" y="3533775"/>
          <p14:tracePt t="37118" x="6373813" y="3643313"/>
          <p14:tracePt t="37134" x="6548438" y="3725863"/>
          <p14:tracePt t="37151" x="6931025" y="3798888"/>
          <p14:tracePt t="37167" x="7597775" y="3798888"/>
          <p14:tracePt t="37184" x="7772400" y="3779838"/>
          <p14:tracePt t="37201" x="8054975" y="3643313"/>
          <p14:tracePt t="37218" x="8210550" y="3487738"/>
          <p14:tracePt t="37234" x="8256588" y="3414713"/>
          <p14:tracePt t="37251" x="8293100" y="3168650"/>
          <p14:tracePt t="37267" x="8274050" y="3022600"/>
          <p14:tracePt t="37284" x="8081963" y="2693988"/>
          <p14:tracePt t="37301" x="7735888" y="2447925"/>
          <p14:tracePt t="37317" x="7407275" y="2355850"/>
          <p14:tracePt t="37334" x="6959600" y="2438400"/>
          <p14:tracePt t="37351" x="6813550" y="2528888"/>
          <p14:tracePt t="37351" x="6594475" y="2711450"/>
          <p14:tracePt t="37368" x="6502400" y="2830513"/>
          <p14:tracePt t="37384" x="6310313" y="3159125"/>
          <p14:tracePt t="37401" x="6264275" y="3370263"/>
          <p14:tracePt t="37402" x="6237288" y="3470275"/>
          <p14:tracePt t="37418" x="6237288" y="3560763"/>
          <p14:tracePt t="37434" x="6246813" y="3616325"/>
          <p14:tracePt t="37451" x="6292850" y="3652838"/>
          <p14:tracePt t="37468" x="6521450" y="3698875"/>
          <p14:tracePt t="37484" x="6813550" y="3698875"/>
          <p14:tracePt t="37501" x="6977063" y="3643313"/>
          <p14:tracePt t="37518" x="7215188" y="3543300"/>
          <p14:tracePt t="37535" x="7324725" y="3443288"/>
          <p14:tracePt t="37551" x="7361238" y="3406775"/>
          <p14:tracePt t="37568" x="7397750" y="3333750"/>
          <p14:tracePt t="37584" x="7407275" y="3314700"/>
          <p14:tracePt t="37601" x="7407275" y="3268663"/>
          <p14:tracePt t="37618" x="7397750" y="3241675"/>
          <p14:tracePt t="37635" x="7370763" y="3224213"/>
          <p14:tracePt t="37651" x="7296150" y="3187700"/>
          <p14:tracePt t="37668" x="7259638" y="3178175"/>
          <p14:tracePt t="37685" x="7242175" y="3178175"/>
          <p14:tracePt t="37701" x="7232650" y="3168650"/>
          <p14:tracePt t="37729" x="7223125" y="3168650"/>
          <p14:tracePt t="37791" x="7215188" y="3168650"/>
          <p14:tracePt t="38107" x="7205663" y="3168650"/>
          <p14:tracePt t="38188" x="7196138" y="3168650"/>
          <p14:tracePt t="38198" x="7178675" y="3168650"/>
          <p14:tracePt t="38208" x="7159625" y="3168650"/>
          <p14:tracePt t="38219" x="7105650" y="3187700"/>
          <p14:tracePt t="38235" x="7059613" y="3205163"/>
          <p14:tracePt t="38252" x="6904038" y="3370263"/>
          <p14:tracePt t="38269" x="6840538" y="3451225"/>
          <p14:tracePt t="38285" x="6721475" y="3698875"/>
          <p14:tracePt t="38302" x="6657975" y="3963988"/>
          <p14:tracePt t="38319" x="6657975" y="4110038"/>
          <p14:tracePt t="38335" x="6657975" y="4310063"/>
          <p14:tracePt t="38352" x="6657975" y="4392613"/>
          <p14:tracePt t="38368" x="6684963" y="4438650"/>
          <p14:tracePt t="38385" x="6777038" y="4502150"/>
          <p14:tracePt t="38402" x="6913563" y="4548188"/>
          <p14:tracePt t="38403" x="7040563" y="4575175"/>
          <p14:tracePt t="38419" x="7205663" y="4575175"/>
          <p14:tracePt t="38435" x="7653338" y="4529138"/>
          <p14:tracePt t="38452" x="7808913" y="4475163"/>
          <p14:tracePt t="38468" x="8101013" y="4300538"/>
          <p14:tracePt t="38485" x="8274050" y="4146550"/>
          <p14:tracePt t="38502" x="8329613" y="4064000"/>
          <p14:tracePt t="38519" x="8383588" y="3862388"/>
          <p14:tracePt t="38535" x="8356600" y="3670300"/>
          <p14:tracePt t="38552" x="8301038" y="3589338"/>
          <p14:tracePt t="38569" x="8027988" y="3424238"/>
          <p14:tracePt t="38585" x="7881938" y="3387725"/>
          <p14:tracePt t="38586" x="7680325" y="3387725"/>
          <p14:tracePt t="38602" x="7497763" y="3424238"/>
          <p14:tracePt t="38619" x="7059613" y="3652838"/>
          <p14:tracePt t="38635" x="6886575" y="3762375"/>
          <p14:tracePt t="38652" x="6694488" y="3935413"/>
          <p14:tracePt t="38669" x="6557963" y="4117975"/>
          <p14:tracePt t="38685" x="6511925" y="4219575"/>
          <p14:tracePt t="38702" x="6483350" y="4392613"/>
          <p14:tracePt t="38719" x="6483350" y="4475163"/>
          <p14:tracePt t="38736" x="6492875" y="4502150"/>
          <p14:tracePt t="38752" x="6638925" y="4529138"/>
          <p14:tracePt t="38769" x="6858000" y="4529138"/>
          <p14:tracePt t="38786" x="7159625" y="4438650"/>
          <p14:tracePt t="38802" x="7361238" y="4256088"/>
          <p14:tracePt t="38819" x="7451725" y="4154488"/>
          <p14:tracePt t="38836" x="7580313" y="3990975"/>
          <p14:tracePt t="38852" x="7626350" y="3835400"/>
          <p14:tracePt t="38869" x="7626350" y="3743325"/>
          <p14:tracePt t="38886" x="7616825" y="3570288"/>
          <p14:tracePt t="38903" x="7580313" y="3506788"/>
          <p14:tracePt t="38919" x="7570788" y="3497263"/>
          <p14:tracePt t="38936" x="7543800" y="3487738"/>
          <p14:tracePt t="38952" x="7524750" y="3487738"/>
          <p14:tracePt t="38969" x="7480300" y="3533775"/>
          <p14:tracePt t="38986" x="7424738" y="3633788"/>
          <p14:tracePt t="39002" x="7378700" y="3698875"/>
          <p14:tracePt t="39019" x="7334250" y="3844925"/>
          <p14:tracePt t="39036" x="7305675" y="3908425"/>
          <p14:tracePt t="39036" x="7296150" y="3963988"/>
          <p14:tracePt t="39052" x="7288213" y="4008438"/>
          <p14:tracePt t="39069" x="7288213" y="4073525"/>
          <p14:tracePt t="39086" x="7288213" y="4090988"/>
          <p14:tracePt t="39087" x="7288213" y="4110038"/>
          <p14:tracePt t="39102" x="7288213" y="4127500"/>
          <p14:tracePt t="39119" x="7288213" y="4146550"/>
          <p14:tracePt t="39138" x="7288213" y="4164013"/>
          <p14:tracePt t="39153" x="7305675" y="4164013"/>
          <p14:tracePt t="39169" x="7324725" y="4183063"/>
          <p14:tracePt t="39186" x="7351713" y="4183063"/>
          <p14:tracePt t="39203" x="7370763" y="4183063"/>
          <p14:tracePt t="39219" x="7388225" y="4183063"/>
          <p14:tracePt t="39236" x="7397750" y="4183063"/>
          <p14:tracePt t="39253" x="7407275" y="4183063"/>
          <p14:tracePt t="39638" x="7415213" y="4183063"/>
          <p14:tracePt t="39648" x="7451725" y="4100513"/>
          <p14:tracePt t="39659" x="7480300" y="4008438"/>
          <p14:tracePt t="39670" x="7534275" y="3816350"/>
          <p14:tracePt t="39686" x="7597775" y="3497263"/>
          <p14:tracePt t="39703" x="7689850" y="2647950"/>
          <p14:tracePt t="39720" x="7772400" y="2082800"/>
          <p14:tracePt t="39737" x="7826375" y="1725613"/>
          <p14:tracePt t="39753" x="7862888" y="1470025"/>
          <p14:tracePt t="39770" x="7872413" y="1406525"/>
          <p14:tracePt t="39786" x="7889875" y="1323975"/>
          <p14:tracePt t="39803" x="7899400" y="1287463"/>
          <p14:tracePt t="39820" x="7908925" y="1277938"/>
          <p14:tracePt t="39837" x="7918450" y="1250950"/>
          <p14:tracePt t="39853" x="7926388" y="1214438"/>
          <p14:tracePt t="39870" x="7926388" y="1204913"/>
          <p14:tracePt t="39886" x="7935913" y="1177925"/>
          <p14:tracePt t="39903" x="7945438" y="1168400"/>
          <p14:tracePt t="39904" x="7945438" y="1160463"/>
          <p14:tracePt t="39920" x="7945438" y="1150938"/>
          <p14:tracePt t="39937" x="7954963" y="1123950"/>
          <p14:tracePt t="39953" x="7972425" y="1087438"/>
          <p14:tracePt t="39954" x="7999413" y="1022350"/>
          <p14:tracePt t="39970" x="8027988" y="958850"/>
          <p14:tracePt t="39987" x="8054975" y="866775"/>
          <p14:tracePt t="40003" x="8081963" y="839788"/>
          <p14:tracePt t="40020" x="8101013" y="793750"/>
          <p14:tracePt t="40037" x="8108950" y="776288"/>
          <p14:tracePt t="40054" x="8108950" y="766763"/>
          <p14:tracePt t="40070" x="8128000" y="739775"/>
          <p14:tracePt t="40087" x="8147050" y="703263"/>
          <p14:tracePt t="40104" x="8164513" y="676275"/>
          <p14:tracePt t="43294" x="7626350" y="676275"/>
          <p14:tracePt t="43304" x="7305675" y="822325"/>
          <p14:tracePt t="43314" x="7004050" y="1031875"/>
          <p14:tracePt t="43324" x="6565900" y="1306513"/>
          <p14:tracePt t="43340" x="6429375" y="1423988"/>
          <p14:tracePt t="43357" x="6191250" y="1625600"/>
          <p14:tracePt t="43373" x="6118225" y="1708150"/>
          <p14:tracePt t="43390" x="6018213" y="1917700"/>
          <p14:tracePt t="43407" x="6000750" y="2109788"/>
          <p14:tracePt t="43423" x="6018213" y="2163763"/>
          <p14:tracePt t="43440" x="6127750" y="2246313"/>
          <p14:tracePt t="43457" x="6429375" y="2338388"/>
          <p14:tracePt t="43473" x="6611938" y="2338388"/>
          <p14:tracePt t="43490" x="7013575" y="2338388"/>
          <p14:tracePt t="43507" x="7305675" y="2309813"/>
          <p14:tracePt t="43508" x="7451725" y="2246313"/>
          <p14:tracePt t="43523" x="7597775" y="2200275"/>
          <p14:tracePt t="43540" x="7799388" y="2119313"/>
          <p14:tracePt t="43557" x="7845425" y="2082800"/>
          <p14:tracePt t="43574" x="7881938" y="2009775"/>
          <p14:tracePt t="43590" x="7881938" y="1944688"/>
          <p14:tracePt t="43607" x="7853363" y="1898650"/>
          <p14:tracePt t="43624" x="7570788" y="1825625"/>
          <p14:tracePt t="43640" x="7424738" y="1808163"/>
          <p14:tracePt t="43641" x="7242175" y="1808163"/>
          <p14:tracePt t="43657" x="7096125" y="1825625"/>
          <p14:tracePt t="43674" x="6804025" y="2000250"/>
          <p14:tracePt t="43690" x="6684963" y="2100263"/>
          <p14:tracePt t="43707" x="6492875" y="2319338"/>
          <p14:tracePt t="43724" x="6402388" y="2501900"/>
          <p14:tracePt t="43740" x="6383338" y="2584450"/>
          <p14:tracePt t="43757" x="6373813" y="2730500"/>
          <p14:tracePt t="43774" x="6475413" y="2894013"/>
          <p14:tracePt t="43790" x="6575425" y="2968625"/>
          <p14:tracePt t="43807" x="6877050" y="3086100"/>
          <p14:tracePt t="43824" x="7040563" y="3105150"/>
          <p14:tracePt t="43841" x="7370763" y="3086100"/>
          <p14:tracePt t="43857" x="7553325" y="3005138"/>
          <p14:tracePt t="43874" x="7580313" y="2986088"/>
          <p14:tracePt t="43891" x="7634288" y="2930525"/>
          <p14:tracePt t="43907" x="7653338" y="2903538"/>
          <p14:tracePt t="43924" x="7653338" y="2886075"/>
          <p14:tracePt t="43941" x="7653338" y="2876550"/>
          <p14:tracePt t="43957" x="7653338" y="2867025"/>
          <p14:tracePt t="43979" x="7653338" y="2857500"/>
          <p14:tracePt t="44029" x="7634288" y="2857500"/>
          <p14:tracePt t="44040" x="7616825" y="2857500"/>
          <p14:tracePt t="44049" x="7607300" y="2857500"/>
          <p14:tracePt t="44059" x="7589838" y="2857500"/>
          <p14:tracePt t="44074" x="7570788" y="2857500"/>
          <p14:tracePt t="44091" x="7553325" y="2857500"/>
          <p14:tracePt t="44131" x="7543800" y="2857500"/>
          <p14:tracePt t="44172" x="7534275" y="2857500"/>
          <p14:tracePt t="44285" x="7524750" y="2857500"/>
          <p14:tracePt t="44968" x="7516813" y="2857500"/>
          <p14:tracePt t="44989" x="7507288" y="2857500"/>
          <p14:tracePt t="44999" x="7488238" y="2894013"/>
          <p14:tracePt t="45009" x="7470775" y="2949575"/>
          <p14:tracePt t="45019" x="7424738" y="3032125"/>
          <p14:tracePt t="45031" x="7370763" y="3114675"/>
          <p14:tracePt t="45042" x="7315200" y="3268663"/>
          <p14:tracePt t="45059" x="7223125" y="3387725"/>
          <p14:tracePt t="45075" x="7050088" y="3689350"/>
          <p14:tracePt t="45092" x="6996113" y="3825875"/>
          <p14:tracePt t="45092" x="6940550" y="3927475"/>
          <p14:tracePt t="45109" x="6894513" y="3990975"/>
          <p14:tracePt t="45125" x="6840538" y="4100513"/>
          <p14:tracePt t="45142" x="6804025" y="4237038"/>
          <p14:tracePt t="45158" x="6777038" y="4329113"/>
          <p14:tracePt t="45175" x="6731000" y="4556125"/>
          <p14:tracePt t="45192" x="6731000" y="4584700"/>
          <p14:tracePt t="45209" x="6721475" y="4621213"/>
          <p14:tracePt t="45225" x="6721475" y="4638675"/>
          <p14:tracePt t="45242" x="6704013" y="4638675"/>
          <p14:tracePt t="45259" x="6630988" y="4638675"/>
          <p14:tracePt t="45275" x="6502400" y="4638675"/>
          <p14:tracePt t="45292" x="6429375" y="4638675"/>
          <p14:tracePt t="45309" x="6292850" y="4638675"/>
          <p14:tracePt t="45326" x="6256338" y="4638675"/>
          <p14:tracePt t="45326" x="6200775" y="4638675"/>
          <p14:tracePt t="45342" x="6154738" y="4638675"/>
          <p14:tracePt t="45359" x="6110288" y="4648200"/>
          <p14:tracePt t="45376" x="6100763" y="4657725"/>
          <p14:tracePt t="45392" x="6081713" y="4665663"/>
          <p14:tracePt t="45409" x="6073775" y="4675188"/>
          <p14:tracePt t="45469" x="6091238" y="4675188"/>
          <p14:tracePt t="45481" x="6173788" y="4657725"/>
          <p14:tracePt t="45489" x="6410325" y="4584700"/>
          <p14:tracePt t="45500" x="6565900" y="4556125"/>
          <p14:tracePt t="45509" x="6777038" y="4511675"/>
          <p14:tracePt t="45526" x="6923088" y="4492625"/>
          <p14:tracePt t="45542" x="7178675" y="4465638"/>
          <p14:tracePt t="45559" x="7223125" y="4465638"/>
          <p14:tracePt t="45576" x="7269163" y="4465638"/>
          <p14:tracePt t="45592" x="7288213" y="4465638"/>
          <p14:tracePt t="45632" x="7278688" y="4456113"/>
          <p14:tracePt t="45643" x="7232650" y="4456113"/>
          <p14:tracePt t="45653" x="7150100" y="4446588"/>
          <p14:tracePt t="45664" x="7023100" y="4419600"/>
          <p14:tracePt t="45676" x="6821488" y="4402138"/>
          <p14:tracePt t="45692" x="6704013" y="4392613"/>
          <p14:tracePt t="45709" x="6557963" y="4392613"/>
          <p14:tracePt t="45726" x="6521450" y="4392613"/>
          <p14:tracePt t="45743" x="6511925" y="4392613"/>
          <p14:tracePt t="45775" x="6511925" y="4383088"/>
          <p14:tracePt t="45786" x="6538913" y="4373563"/>
          <p14:tracePt t="45797" x="6675438" y="4346575"/>
          <p14:tracePt t="45809" x="6804025" y="4346575"/>
          <p14:tracePt t="45826" x="7178675" y="4329113"/>
          <p14:tracePt t="45843" x="7424738" y="4329113"/>
          <p14:tracePt t="45859" x="7680325" y="4329113"/>
          <p14:tracePt t="45876" x="7753350" y="4329113"/>
          <p14:tracePt t="45877" x="7826375" y="4329113"/>
          <p14:tracePt t="45893" x="7853363" y="4329113"/>
          <p14:tracePt t="45909" x="7881938" y="4329113"/>
          <p14:tracePt t="45949" x="7872413" y="4329113"/>
          <p14:tracePt t="45960" x="7799388" y="4319588"/>
          <p14:tracePt t="45969" x="7653338" y="4273550"/>
          <p14:tracePt t="45981" x="7507288" y="4246563"/>
          <p14:tracePt t="45993" x="7296150" y="4210050"/>
          <p14:tracePt t="46009" x="7150100" y="4183063"/>
          <p14:tracePt t="46010" x="6967538" y="4183063"/>
          <p14:tracePt t="46026" x="6877050" y="4164013"/>
          <p14:tracePt t="46043" x="6740525" y="4164013"/>
          <p14:tracePt t="46060" x="6731000" y="4164013"/>
          <p14:tracePt t="46076" x="6711950" y="4164013"/>
          <p14:tracePt t="46113" x="6731000" y="4164013"/>
          <p14:tracePt t="46123" x="6794500" y="4164013"/>
          <p14:tracePt t="46132" x="6886575" y="4164013"/>
          <p14:tracePt t="46143" x="7069138" y="4164013"/>
          <p14:tracePt t="46160" x="7178675" y="4164013"/>
          <p14:tracePt t="46176" x="7443788" y="4183063"/>
          <p14:tracePt t="46193" x="7516813" y="4200525"/>
          <p14:tracePt t="46194" x="7580313" y="4210050"/>
          <p14:tracePt t="46210" x="7616825" y="4210050"/>
          <p14:tracePt t="46226" x="7653338" y="4219575"/>
          <p14:tracePt t="46246" x="7662863" y="4227513"/>
          <p14:tracePt t="46296" x="7643813" y="4227513"/>
          <p14:tracePt t="46306" x="7570788" y="4237038"/>
          <p14:tracePt t="46316" x="7497763" y="4237038"/>
          <p14:tracePt t="46327" x="7370763" y="4237038"/>
          <p14:tracePt t="46343" x="7315200" y="4237038"/>
          <p14:tracePt t="46360" x="7178675" y="4264025"/>
          <p14:tracePt t="46377" x="7077075" y="4273550"/>
          <p14:tracePt t="46393" x="7059613" y="4273550"/>
          <p14:tracePt t="46410" x="7040563" y="4273550"/>
          <p14:tracePt t="46459" x="7059613" y="4273550"/>
          <p14:tracePt t="46469" x="7159625" y="4273550"/>
          <p14:tracePt t="46481" x="7251700" y="4273550"/>
          <p14:tracePt t="46493" x="7361238" y="4273550"/>
          <p14:tracePt t="46510" x="7524750" y="4273550"/>
          <p14:tracePt t="46527" x="7580313" y="4273550"/>
          <p14:tracePt t="46543" x="7670800" y="4273550"/>
          <p14:tracePt t="46560" x="7680325" y="4273550"/>
          <p14:tracePt t="46577" x="7707313" y="4273550"/>
          <p14:tracePt t="46593" x="7716838" y="4273550"/>
          <p14:tracePt t="46633" x="7707313" y="4273550"/>
          <p14:tracePt t="46644" x="7689850" y="4273550"/>
          <p14:tracePt t="46653" x="7634288" y="4273550"/>
          <p14:tracePt t="46665" x="7607300" y="4273550"/>
          <p14:tracePt t="46677" x="7570788" y="4273550"/>
          <p14:tracePt t="46693" x="7553325" y="4283075"/>
          <p14:tracePt t="46694" x="7534275" y="4283075"/>
          <p14:tracePt t="46710" x="7524750" y="4283075"/>
          <p14:tracePt t="46727" x="7507288" y="4283075"/>
          <p14:tracePt t="46747" x="7497763" y="4283075"/>
          <p14:tracePt t="46767" x="7488238" y="4283075"/>
          <p14:tracePt t="47532" x="7497763" y="4256088"/>
          <p14:tracePt t="47541" x="7553325" y="4200525"/>
          <p14:tracePt t="47552" x="7616825" y="4117975"/>
          <p14:tracePt t="47562" x="7699375" y="3944938"/>
          <p14:tracePt t="47578" x="7762875" y="3862388"/>
          <p14:tracePt t="47594" x="7889875" y="3706813"/>
          <p14:tracePt t="47611" x="7945438" y="3643313"/>
          <p14:tracePt t="47628" x="8054975" y="3543300"/>
          <p14:tracePt t="47645" x="8147050" y="3414713"/>
          <p14:tracePt t="47661" x="8201025" y="3333750"/>
          <p14:tracePt t="47678" x="8320088" y="3095625"/>
          <p14:tracePt t="47695" x="8393113" y="2903538"/>
          <p14:tracePt t="47711" x="8420100" y="2813050"/>
          <p14:tracePt t="47728" x="8447088" y="2565400"/>
          <p14:tracePt t="47744" x="8456613" y="2438400"/>
          <p14:tracePt t="47761" x="8456613" y="2200275"/>
          <p14:tracePt t="47778" x="8456613" y="1981200"/>
          <p14:tracePt t="47794" x="8439150" y="1862138"/>
          <p14:tracePt t="47811" x="8383588" y="1689100"/>
          <p14:tracePt t="47828" x="8337550" y="1533525"/>
          <p14:tracePt t="47845" x="8310563" y="1470025"/>
          <p14:tracePt t="47861" x="8274050" y="1333500"/>
          <p14:tracePt t="47878" x="8274050" y="1277938"/>
          <p14:tracePt t="47879" x="8256588" y="1214438"/>
          <p14:tracePt t="47895" x="8247063" y="1160463"/>
          <p14:tracePt t="47911" x="8237538" y="1004888"/>
          <p14:tracePt t="47928" x="8237538" y="949325"/>
          <p14:tracePt t="47945" x="8237538" y="839788"/>
          <p14:tracePt t="47961" x="8237538" y="757238"/>
          <p14:tracePt t="47978" x="8237538" y="712788"/>
          <p14:tracePt t="56015" x="8081963" y="712788"/>
          <p14:tracePt t="56025" x="7908925" y="949325"/>
          <p14:tracePt t="56035" x="7643813" y="1350963"/>
          <p14:tracePt t="56046" x="7378700" y="1762125"/>
          <p14:tracePt t="56056" x="7105650" y="2273300"/>
          <p14:tracePt t="56069" x="6894513" y="2538413"/>
          <p14:tracePt t="56086" x="6475413" y="3205163"/>
          <p14:tracePt t="56103" x="6219825" y="3743325"/>
          <p14:tracePt t="56119" x="5972175" y="4337050"/>
          <p14:tracePt t="56136" x="5927725" y="4519613"/>
          <p14:tracePt t="56137" x="5908675" y="4748213"/>
          <p14:tracePt t="56153" x="5899150" y="4894263"/>
          <p14:tracePt t="56170" x="5899150" y="5095875"/>
          <p14:tracePt t="56186" x="5899150" y="5149850"/>
          <p14:tracePt t="56203" x="5945188" y="5214938"/>
          <p14:tracePt t="56219" x="6045200" y="5268913"/>
          <p14:tracePt t="56236" x="6146800" y="5278438"/>
          <p14:tracePt t="56253" x="6438900" y="5259388"/>
          <p14:tracePt t="56270" x="6565900" y="5214938"/>
          <p14:tracePt t="56270" x="6740525" y="5132388"/>
          <p14:tracePt t="56286" x="6821488" y="5076825"/>
          <p14:tracePt t="56303" x="7004050" y="4940300"/>
          <p14:tracePt t="56319" x="7059613" y="4894263"/>
          <p14:tracePt t="56336" x="7132638" y="4730750"/>
          <p14:tracePt t="56353" x="7159625" y="4575175"/>
          <p14:tracePt t="56370" x="7142163" y="4483100"/>
          <p14:tracePt t="56386" x="7040563" y="4264025"/>
          <p14:tracePt t="56403" x="6850063" y="4154488"/>
          <p14:tracePt t="56420" x="6731000" y="4127500"/>
          <p14:tracePt t="56437" x="6538913" y="4173538"/>
          <p14:tracePt t="56453" x="6373813" y="4300538"/>
          <p14:tracePt t="56470" x="6283325" y="4419600"/>
          <p14:tracePt t="56486" x="6100763" y="4821238"/>
          <p14:tracePt t="56503" x="6064250" y="5068888"/>
          <p14:tracePt t="56504" x="6054725" y="5178425"/>
          <p14:tracePt t="56520" x="6054725" y="5305425"/>
          <p14:tracePt t="56536" x="6054725" y="5387975"/>
          <p14:tracePt t="56553" x="6073775" y="5434013"/>
          <p14:tracePt t="56570" x="6154738" y="5497513"/>
          <p14:tracePt t="56587" x="6429375" y="5524500"/>
          <p14:tracePt t="56603" x="6575425" y="5524500"/>
          <p14:tracePt t="56620" x="6877050" y="5451475"/>
          <p14:tracePt t="56637" x="7032625" y="5368925"/>
          <p14:tracePt t="56637" x="7113588" y="5305425"/>
          <p14:tracePt t="56653" x="7169150" y="5232400"/>
          <p14:tracePt t="56670" x="7269163" y="5022850"/>
          <p14:tracePt t="56687" x="7269163" y="4894263"/>
          <p14:tracePt t="56703" x="7232650" y="4684713"/>
          <p14:tracePt t="56720" x="7086600" y="4483100"/>
          <p14:tracePt t="56737" x="6986588" y="4410075"/>
          <p14:tracePt t="56753" x="6721475" y="4292600"/>
          <p14:tracePt t="56770" x="6575425" y="4292600"/>
          <p14:tracePt t="56787" x="6419850" y="4329113"/>
          <p14:tracePt t="56803" x="6300788" y="4456113"/>
          <p14:tracePt t="56820" x="6227763" y="4611688"/>
          <p14:tracePt t="56837" x="6146800" y="4959350"/>
          <p14:tracePt t="56853" x="6127750" y="5159375"/>
          <p14:tracePt t="56870" x="6127750" y="5251450"/>
          <p14:tracePt t="56887" x="6154738" y="5324475"/>
          <p14:tracePt t="56904" x="6246813" y="5397500"/>
          <p14:tracePt t="56920" x="6292850" y="5434013"/>
          <p14:tracePt t="56937" x="6419850" y="5478463"/>
          <p14:tracePt t="56954" x="6475413" y="5497513"/>
          <p14:tracePt t="56955" x="6511925" y="5497513"/>
          <p14:tracePt t="56970" x="6529388" y="5497513"/>
          <p14:tracePt t="56987" x="6575425" y="5497513"/>
          <p14:tracePt t="57004" x="6594475" y="5497513"/>
          <p14:tracePt t="57020" x="6611938" y="5497513"/>
          <p14:tracePt t="57037" x="6621463" y="5478463"/>
          <p14:tracePt t="57054" x="6630988" y="5478463"/>
          <p14:tracePt t="57070" x="6630988" y="5470525"/>
          <p14:tracePt t="57087" x="6638925" y="5470525"/>
          <p14:tracePt t="57118" x="6648450" y="5470525"/>
          <p14:tracePt t="57128" x="6648450" y="5461000"/>
          <p14:tracePt t="59071" x="6667500" y="5387975"/>
          <p14:tracePt t="59082" x="6767513" y="5159375"/>
          <p14:tracePt t="59091" x="7086600" y="4237038"/>
          <p14:tracePt t="59106" x="7324725" y="3625850"/>
          <p14:tracePt t="59122" x="7772400" y="2346325"/>
          <p14:tracePt t="59139" x="7945438" y="1825625"/>
          <p14:tracePt t="59156" x="8154988" y="1306513"/>
          <p14:tracePt t="59172" x="8183563" y="1214438"/>
          <p14:tracePt t="59173" x="8220075" y="1168400"/>
          <p14:tracePt t="59189" x="8228013" y="1131888"/>
          <p14:tracePt t="59206" x="8237538" y="1095375"/>
          <p14:tracePt t="59222" x="8247063" y="1095375"/>
          <p14:tracePt t="59239" x="8247063" y="1077913"/>
          <p14:tracePt t="59256" x="8247063" y="1068388"/>
          <p14:tracePt t="59272" x="8256588" y="1058863"/>
          <p14:tracePt t="59289" x="8264525" y="1041400"/>
          <p14:tracePt t="59306" x="8274050" y="1041400"/>
          <p14:tracePt t="59322" x="8283575" y="1041400"/>
          <p14:tracePt t="59346" x="8283575" y="1031875"/>
          <p14:tracePt t="59356" x="8293100" y="1031875"/>
          <p14:tracePt t="59377" x="8301038" y="1014413"/>
          <p14:tracePt t="59389" x="8301038" y="985838"/>
          <p14:tracePt t="59406" x="8310563" y="949325"/>
          <p14:tracePt t="59423" x="8320088" y="895350"/>
          <p14:tracePt t="59439" x="8320088" y="876300"/>
          <p14:tracePt t="59456" x="8320088" y="858838"/>
          <p14:tracePt t="59473" x="8329613" y="849313"/>
          <p14:tracePt t="59489" x="8337550" y="812800"/>
          <p14:tracePt t="59506" x="8337550" y="793750"/>
          <p14:tracePt t="59523" x="8337550" y="776288"/>
          <p14:tracePt t="59539" x="8337550" y="766763"/>
          <p14:tracePt t="59556" x="8347075" y="757238"/>
          <p14:tracePt t="59602" x="8347075" y="749300"/>
          <p14:tracePt t="59653" x="8347075" y="739775"/>
          <p14:tracePt t="59683" x="8347075" y="730250"/>
          <p14:tracePt t="59704" x="8347075" y="720725"/>
          <p14:tracePt t="59714" x="8347075" y="712788"/>
          <p14:tracePt t="59724" x="8347075" y="684213"/>
          <p14:tracePt t="59734" x="8347075" y="666750"/>
          <p14:tracePt t="59745" x="8347075" y="657225"/>
          <p14:tracePt t="59756" x="8347075" y="647700"/>
          <p14:tracePt t="59773" x="8347075" y="639763"/>
          <p14:tracePt t="59789" x="8347075" y="620713"/>
          <p14:tracePt t="61123" x="8831263" y="730250"/>
          <p14:tracePt t="61134" x="9478963" y="1031875"/>
          <p14:tracePt t="61144" x="10456863" y="1506538"/>
          <p14:tracePt t="61158" x="11068050" y="17716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D4EDDD-40A0-05D8-39C9-85F84D490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2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279"/>
    </mc:Choice>
    <mc:Fallback xmlns="">
      <p:transition spd="slow" advTm="90279"/>
    </mc:Fallback>
  </mc:AlternateContent>
  <p:extLst>
    <p:ext uri="{3A86A75C-4F4B-4683-9AE1-C65F6400EC91}">
      <p14:laserTraceLst xmlns:p14="http://schemas.microsoft.com/office/powerpoint/2010/main">
        <p14:tracePtLst>
          <p14:tracePt t="6328" x="11031538" y="2574925"/>
          <p14:tracePt t="6339" x="10255250" y="2382838"/>
          <p14:tracePt t="6349" x="9013825" y="2136775"/>
          <p14:tracePt t="6365" x="8320088" y="2027238"/>
          <p14:tracePt t="6382" x="6446838" y="1890713"/>
          <p14:tracePt t="6399" x="5305425" y="1890713"/>
          <p14:tracePt t="6400" x="4857750" y="1890713"/>
          <p14:tracePt t="6415" x="4119563" y="1890713"/>
          <p14:tracePt t="6432" x="3270250" y="1973263"/>
          <p14:tracePt t="6449" x="3041650" y="2046288"/>
          <p14:tracePt t="6466" x="2684463" y="2127250"/>
          <p14:tracePt t="6482" x="2574925" y="2182813"/>
          <p14:tracePt t="6499" x="2547938" y="2209800"/>
          <p14:tracePt t="6516" x="2493963" y="2301875"/>
          <p14:tracePt t="6532" x="2465388" y="2374900"/>
          <p14:tracePt t="6533" x="2447925" y="2438400"/>
          <p14:tracePt t="6549" x="2447925" y="2492375"/>
          <p14:tracePt t="6566" x="2438400" y="2593975"/>
          <p14:tracePt t="6582" x="2438400" y="2620963"/>
          <p14:tracePt t="6599" x="2474913" y="2684463"/>
          <p14:tracePt t="6616" x="2630488" y="2747963"/>
          <p14:tracePt t="6632" x="2720975" y="2757488"/>
          <p14:tracePt t="6649" x="2859088" y="2776538"/>
          <p14:tracePt t="6666" x="2976563" y="2757488"/>
          <p14:tracePt t="6682" x="3041650" y="2693988"/>
          <p14:tracePt t="6699" x="3278188" y="2328863"/>
          <p14:tracePt t="6716" x="3351213" y="2182813"/>
          <p14:tracePt t="6732" x="3397250" y="1881188"/>
          <p14:tracePt t="6749" x="3397250" y="1579563"/>
          <p14:tracePt t="6766" x="3360738" y="1443038"/>
          <p14:tracePt t="6783" x="3187700" y="1270000"/>
          <p14:tracePt t="6800" x="2757488" y="1141413"/>
          <p14:tracePt t="6816" x="2611438" y="1123950"/>
          <p14:tracePt t="6832" x="2328863" y="1160463"/>
          <p14:tracePt t="6849" x="2090738" y="1306513"/>
          <p14:tracePt t="6866" x="1990725" y="1397000"/>
          <p14:tracePt t="6882" x="1871663" y="1562100"/>
          <p14:tracePt t="6899" x="1844675" y="1625600"/>
          <p14:tracePt t="6916" x="1790700" y="1835150"/>
          <p14:tracePt t="6932" x="1790700" y="2109788"/>
          <p14:tracePt t="6949" x="1827213" y="2219325"/>
          <p14:tracePt t="6966" x="1908175" y="2419350"/>
          <p14:tracePt t="6983" x="1981200" y="2528888"/>
          <p14:tracePt t="6999" x="2000250" y="2547938"/>
          <p14:tracePt t="7016" x="2073275" y="2584450"/>
          <p14:tracePt t="7033" x="2292350" y="2528888"/>
          <p14:tracePt t="7050" x="2411413" y="2438400"/>
          <p14:tracePt t="7066" x="2640013" y="2200275"/>
          <p14:tracePt t="7083" x="2730500" y="2046288"/>
          <p14:tracePt t="7100" x="2813050" y="1898650"/>
          <p14:tracePt t="7116" x="2840038" y="1825625"/>
          <p14:tracePt t="7133" x="2840038" y="1808163"/>
          <p14:tracePt t="7149" x="2840038" y="1789113"/>
          <p14:tracePt t="7167" x="2840038" y="1781175"/>
          <p14:tracePt t="7183" x="2830513" y="1781175"/>
          <p14:tracePt t="7199" x="2786063" y="1781175"/>
          <p14:tracePt t="7216" x="2767013" y="1781175"/>
          <p14:tracePt t="7217" x="2749550" y="1781175"/>
          <p14:tracePt t="7233" x="2740025" y="1781175"/>
          <p14:tracePt t="7250" x="2720975" y="1781175"/>
          <p14:tracePt t="11217" x="2730500" y="1771650"/>
          <p14:tracePt t="11227" x="2767013" y="1762125"/>
          <p14:tracePt t="11237" x="2813050" y="1735138"/>
          <p14:tracePt t="11247" x="2903538" y="1708150"/>
          <p14:tracePt t="11259" x="3059113" y="1616075"/>
          <p14:tracePt t="11270" x="3351213" y="1423988"/>
          <p14:tracePt t="11287" x="3927475" y="1104900"/>
          <p14:tracePt t="25842" x="7653338" y="885825"/>
          <p14:tracePt t="25852" x="7480300" y="1058863"/>
          <p14:tracePt t="25868" x="7205663" y="1270000"/>
          <p14:tracePt t="25885" x="6831013" y="1606550"/>
          <p14:tracePt t="25901" x="6711950" y="1744663"/>
          <p14:tracePt t="25918" x="6557963" y="1917700"/>
          <p14:tracePt t="25935" x="6492875" y="2054225"/>
          <p14:tracePt t="25951" x="6475413" y="2119313"/>
          <p14:tracePt t="25968" x="6502400" y="2236788"/>
          <p14:tracePt t="25985" x="6840538" y="2447925"/>
          <p14:tracePt t="26001" x="7023100" y="2484438"/>
          <p14:tracePt t="26018" x="7443788" y="2511425"/>
          <p14:tracePt t="26034" x="7643813" y="2511425"/>
          <p14:tracePt t="26051" x="7935913" y="2465388"/>
          <p14:tracePt t="26068" x="8347075" y="2328863"/>
          <p14:tracePt t="26085" x="8466138" y="2255838"/>
          <p14:tracePt t="26101" x="8675688" y="2082800"/>
          <p14:tracePt t="26118" x="8758238" y="1854200"/>
          <p14:tracePt t="26135" x="8775700" y="1744663"/>
          <p14:tracePt t="26151" x="8712200" y="1552575"/>
          <p14:tracePt t="26168" x="8329613" y="1314450"/>
          <p14:tracePt t="26185" x="8027988" y="1204913"/>
          <p14:tracePt t="26202" x="7223125" y="1160463"/>
          <p14:tracePt t="26218" x="6858000" y="1241425"/>
          <p14:tracePt t="26235" x="6446838" y="1525588"/>
          <p14:tracePt t="26252" x="6173788" y="1908175"/>
          <p14:tracePt t="26268" x="6127750" y="2046288"/>
          <p14:tracePt t="26285" x="6110288" y="2146300"/>
          <p14:tracePt t="26302" x="6146800" y="2209800"/>
          <p14:tracePt t="26318" x="6237288" y="2246313"/>
          <p14:tracePt t="26335" x="6731000" y="2338388"/>
          <p14:tracePt t="26352" x="7178675" y="2338388"/>
          <p14:tracePt t="26352" x="7361238" y="2338388"/>
          <p14:tracePt t="26368" x="7597775" y="2292350"/>
          <p14:tracePt t="26385" x="7881938" y="2155825"/>
          <p14:tracePt t="26402" x="7962900" y="2073275"/>
          <p14:tracePt t="26418" x="8108950" y="1871663"/>
          <p14:tracePt t="26435" x="8137525" y="1698625"/>
          <p14:tracePt t="26452" x="8137525" y="1643063"/>
          <p14:tracePt t="26469" x="7981950" y="1543050"/>
          <p14:tracePt t="26485" x="7570788" y="1489075"/>
          <p14:tracePt t="26502" x="7324725" y="1489075"/>
          <p14:tracePt t="26519" x="6967538" y="1606550"/>
          <p14:tracePt t="26535" x="6850063" y="1679575"/>
          <p14:tracePt t="26552" x="6675438" y="1881188"/>
          <p14:tracePt t="26568" x="6611938" y="2054225"/>
          <p14:tracePt t="26585" x="6611938" y="2163763"/>
          <p14:tracePt t="26602" x="6657975" y="2355850"/>
          <p14:tracePt t="26619" x="6831013" y="2565400"/>
          <p14:tracePt t="26635" x="6950075" y="2667000"/>
          <p14:tracePt t="26652" x="7278688" y="2794000"/>
          <p14:tracePt t="26669" x="7424738" y="2820988"/>
          <p14:tracePt t="26670" x="7507288" y="2820988"/>
          <p14:tracePt t="26685" x="7597775" y="2820988"/>
          <p14:tracePt t="26702" x="7689850" y="2757488"/>
          <p14:tracePt t="26719" x="7726363" y="2711450"/>
          <p14:tracePt t="26735" x="7789863" y="2584450"/>
          <p14:tracePt t="26752" x="7799388" y="2501900"/>
          <p14:tracePt t="26769" x="7799388" y="2484438"/>
          <p14:tracePt t="26785" x="7799388" y="2438400"/>
          <p14:tracePt t="26802" x="7799388" y="2419350"/>
          <p14:tracePt t="26823" x="7789863" y="2411413"/>
          <p14:tracePt t="26843" x="7780338" y="2411413"/>
          <p14:tracePt t="26852" x="7772400" y="2411413"/>
          <p14:tracePt t="26869" x="7762875" y="2411413"/>
          <p14:tracePt t="26885" x="7753350" y="2411413"/>
          <p14:tracePt t="26903" x="7743825" y="2411413"/>
          <p14:tracePt t="26935" x="7735888" y="2411413"/>
          <p14:tracePt t="29191" x="7707313" y="2401888"/>
          <p14:tracePt t="29200" x="7689850" y="2392363"/>
          <p14:tracePt t="29210" x="7653338" y="2382838"/>
          <p14:tracePt t="29221" x="7616825" y="2374900"/>
          <p14:tracePt t="29238" x="7516813" y="2346325"/>
          <p14:tracePt t="29254" x="7342188" y="2319338"/>
          <p14:tracePt t="29272" x="7215188" y="2309813"/>
          <p14:tracePt t="29288" x="7150100" y="2292350"/>
          <p14:tracePt t="29305" x="7032625" y="2282825"/>
          <p14:tracePt t="29321" x="6977063" y="2273300"/>
          <p14:tracePt t="29338" x="6904038" y="2255838"/>
          <p14:tracePt t="29355" x="6858000" y="2246313"/>
          <p14:tracePt t="29371" x="6840538" y="2246313"/>
          <p14:tracePt t="29388" x="6813550" y="2236788"/>
          <p14:tracePt t="29405" x="6804025" y="2236788"/>
          <p14:tracePt t="29421" x="6794500" y="2228850"/>
          <p14:tracePt t="29438" x="6784975" y="2228850"/>
          <p14:tracePt t="29456" x="6777038" y="2228850"/>
          <p14:tracePt t="29517" x="6767513" y="2228850"/>
          <p14:tracePt t="29599" x="6757988" y="2228850"/>
          <p14:tracePt t="29650" x="6748463" y="2228850"/>
          <p14:tracePt t="30253" x="6748463" y="2219325"/>
          <p14:tracePt t="30262" x="6748463" y="2200275"/>
          <p14:tracePt t="30273" x="6748463" y="2173288"/>
          <p14:tracePt t="30283" x="6748463" y="2127250"/>
          <p14:tracePt t="30294" x="6767513" y="2082800"/>
          <p14:tracePt t="30305" x="6784975" y="2027238"/>
          <p14:tracePt t="30322" x="6804025" y="1990725"/>
          <p14:tracePt t="30339" x="6831013" y="1935163"/>
          <p14:tracePt t="30356" x="6850063" y="1908175"/>
          <p14:tracePt t="30377" x="6858000" y="1898650"/>
          <p14:tracePt t="30389" x="6867525" y="1898650"/>
          <p14:tracePt t="30406" x="6867525" y="1890713"/>
          <p14:tracePt t="30428" x="6877050" y="1881188"/>
          <p14:tracePt t="30488" x="6886575" y="1881188"/>
          <p14:tracePt t="30580" x="6894513" y="1881188"/>
          <p14:tracePt t="30661" x="6894513" y="1871663"/>
          <p14:tracePt t="30672" x="6904038" y="1871663"/>
          <p14:tracePt t="30694" x="6923088" y="1854200"/>
          <p14:tracePt t="30703" x="6950075" y="1817688"/>
          <p14:tracePt t="30713" x="7032625" y="1752600"/>
          <p14:tracePt t="30723" x="7150100" y="1671638"/>
          <p14:tracePt t="30739" x="7407275" y="1552575"/>
          <p14:tracePt t="30756" x="7716838" y="1397000"/>
          <p14:tracePt t="30773" x="7835900" y="1333500"/>
          <p14:tracePt t="30789" x="8091488" y="1187450"/>
          <p14:tracePt t="30806" x="8264525" y="1087438"/>
          <p14:tracePt t="30823" x="8301038" y="1068388"/>
          <p14:tracePt t="30839" x="8356600" y="1041400"/>
          <p14:tracePt t="30856" x="8383588" y="1022350"/>
          <p14:tracePt t="30877" x="8393113" y="1022350"/>
          <p14:tracePt t="30889" x="8393113" y="1014413"/>
          <p14:tracePt t="30906" x="8410575" y="1004888"/>
          <p14:tracePt t="30923" x="8410575" y="985838"/>
          <p14:tracePt t="30939" x="8420100" y="949325"/>
          <p14:tracePt t="30956" x="8429625" y="931863"/>
          <p14:tracePt t="30957" x="8429625" y="922338"/>
          <p14:tracePt t="30978" x="8429625" y="912813"/>
          <p14:tracePt t="31008" x="8429625" y="903288"/>
          <p14:tracePt t="31029" x="8429625" y="895350"/>
          <p14:tracePt t="31039" x="8429625" y="885825"/>
          <p14:tracePt t="31049" x="8429625" y="876300"/>
          <p14:tracePt t="31061" x="8410575" y="866775"/>
          <p14:tracePt t="31073" x="8402638" y="849313"/>
          <p14:tracePt t="31090" x="8374063" y="812800"/>
          <p14:tracePt t="31107" x="8366125" y="793750"/>
          <p14:tracePt t="31123" x="8329613" y="749300"/>
          <p14:tracePt t="31140" x="8329613" y="739775"/>
          <p14:tracePt t="31157" x="8320088" y="703263"/>
          <p14:tracePt t="31173" x="8320088" y="684213"/>
          <p14:tracePt t="31190" x="8320088" y="666750"/>
          <p14:tracePt t="31206" x="8320088" y="647700"/>
          <p14:tracePt t="31223" x="8320088" y="630238"/>
          <p14:tracePt t="31244" x="8320088" y="620713"/>
          <p14:tracePt t="36330" x="7881938" y="703263"/>
          <p14:tracePt t="36340" x="7589838" y="912813"/>
          <p14:tracePt t="36350" x="7424738" y="1068388"/>
          <p14:tracePt t="36362" x="7205663" y="1277938"/>
          <p14:tracePt t="36378" x="7032625" y="1516063"/>
          <p14:tracePt t="36395" x="6630988" y="2163763"/>
          <p14:tracePt t="36411" x="6538913" y="2538413"/>
          <p14:tracePt t="36428" x="6521450" y="2757488"/>
          <p14:tracePt t="36445" x="6538913" y="2968625"/>
          <p14:tracePt t="36462" x="6575425" y="3013075"/>
          <p14:tracePt t="36462" x="6611938" y="3059113"/>
          <p14:tracePt t="36478" x="6675438" y="3114675"/>
          <p14:tracePt t="36495" x="6831013" y="3168650"/>
          <p14:tracePt t="36512" x="6959600" y="3168650"/>
          <p14:tracePt t="36528" x="7242175" y="3151188"/>
          <p14:tracePt t="36545" x="7370763" y="3068638"/>
          <p14:tracePt t="36562" x="7397750" y="3041650"/>
          <p14:tracePt t="36578" x="7415213" y="2959100"/>
          <p14:tracePt t="36595" x="7415213" y="2903538"/>
          <p14:tracePt t="36612" x="7324725" y="2784475"/>
          <p14:tracePt t="36628" x="7004050" y="2547938"/>
          <p14:tracePt t="36645" x="6748463" y="2382838"/>
          <p14:tracePt t="36662" x="6256338" y="2136775"/>
          <p14:tracePt t="36678" x="5845175" y="2090738"/>
          <p14:tracePt t="36695" x="5699125" y="2090738"/>
          <p14:tracePt t="36712" x="5434013" y="2219325"/>
          <p14:tracePt t="36728" x="5297488" y="2355850"/>
          <p14:tracePt t="36745" x="5268913" y="2382838"/>
          <p14:tracePt t="36762" x="5251450" y="2447925"/>
          <p14:tracePt t="36778" x="5251450" y="2465388"/>
          <p14:tracePt t="36779" x="5351463" y="2492375"/>
          <p14:tracePt t="36796" x="5543550" y="2492375"/>
          <p14:tracePt t="36812" x="6346825" y="2346325"/>
          <p14:tracePt t="36829" x="7278688" y="2090738"/>
          <p14:tracePt t="36845" x="7735888" y="1898650"/>
          <p14:tracePt t="36862" x="8008938" y="1725613"/>
          <p14:tracePt t="36879" x="8072438" y="1679575"/>
          <p14:tracePt t="36895" x="8164513" y="1543050"/>
          <p14:tracePt t="36912" x="8191500" y="1406525"/>
          <p14:tracePt t="36929" x="8191500" y="1370013"/>
          <p14:tracePt t="36946" x="8064500" y="1250950"/>
          <p14:tracePt t="36962" x="7699375" y="1160463"/>
          <p14:tracePt t="36979" x="7516813" y="1160463"/>
          <p14:tracePt t="36995" x="7050088" y="1196975"/>
          <p14:tracePt t="37012" x="6831013" y="1260475"/>
          <p14:tracePt t="37029" x="6557963" y="1443038"/>
          <p14:tracePt t="37045" x="6365875" y="1671638"/>
          <p14:tracePt t="37062" x="6292850" y="1835150"/>
          <p14:tracePt t="37079" x="6219825" y="2063750"/>
          <p14:tracePt t="37096" x="6210300" y="2236788"/>
          <p14:tracePt t="37112" x="6219825" y="2282825"/>
          <p14:tracePt t="37129" x="6300788" y="2338388"/>
          <p14:tracePt t="37146" x="6446838" y="2365375"/>
          <p14:tracePt t="37162" x="6967538" y="2338388"/>
          <p14:tracePt t="37179" x="7643813" y="2127250"/>
          <p14:tracePt t="37196" x="7926388" y="2009775"/>
          <p14:tracePt t="37212" x="8556625" y="1735138"/>
          <p14:tracePt t="37229" x="8996363" y="1562100"/>
          <p14:tracePt t="37246" x="9142413" y="1516063"/>
          <p14:tracePt t="37262" x="9278938" y="1479550"/>
          <p14:tracePt t="37280" x="9342438" y="1470025"/>
          <p14:tracePt t="37296" x="9369425" y="1460500"/>
          <p14:tracePt t="37312" x="9415463" y="1443038"/>
          <p14:tracePt t="37330" x="9471025" y="1443038"/>
          <p14:tracePt t="37331" x="9515475" y="1443038"/>
          <p14:tracePt t="37346" x="9598025" y="1443038"/>
          <p14:tracePt t="37362" x="9707563" y="1443038"/>
          <p14:tracePt t="37379" x="9753600" y="1443038"/>
          <p14:tracePt t="37396" x="9836150" y="1452563"/>
          <p14:tracePt t="37413" x="9882188" y="1452563"/>
          <p14:tracePt t="37429" x="9918700" y="1460500"/>
          <p14:tracePt t="37446" x="9982200" y="1460500"/>
          <p14:tracePt t="37463" x="10091738" y="1460500"/>
          <p14:tracePt t="37479" x="10137775" y="1470025"/>
          <p14:tracePt t="37496" x="10174288" y="1489075"/>
          <p14:tracePt t="37513" x="10182225" y="1489075"/>
          <p14:tracePt t="37555" x="10164763" y="1497013"/>
          <p14:tracePt t="37567" x="10082213" y="1497013"/>
          <p14:tracePt t="37576" x="9991725" y="1497013"/>
          <p14:tracePt t="37585" x="9826625" y="1497013"/>
          <p14:tracePt t="37597" x="9698038" y="1497013"/>
          <p14:tracePt t="37613" x="9515475" y="1497013"/>
          <p14:tracePt t="37630" x="9040813" y="1533525"/>
          <p14:tracePt t="37646" x="8877300" y="1579563"/>
          <p14:tracePt t="37663" x="8493125" y="1689100"/>
          <p14:tracePt t="37680" x="8137525" y="1798638"/>
          <p14:tracePt t="37696" x="8027988" y="1825625"/>
          <p14:tracePt t="37713" x="7954963" y="1854200"/>
          <p14:tracePt t="37729" x="7926388" y="1862138"/>
          <p14:tracePt t="37751" x="7918450" y="1871663"/>
          <p14:tracePt t="37821" x="7926388" y="1871663"/>
          <p14:tracePt t="37830" x="7945438" y="1871663"/>
          <p14:tracePt t="37842" x="7981950" y="1871663"/>
          <p14:tracePt t="37852" x="8008938" y="1871663"/>
          <p14:tracePt t="37863" x="8054975" y="1871663"/>
          <p14:tracePt t="37880" x="8108950" y="1871663"/>
          <p14:tracePt t="37896" x="8274050" y="1862138"/>
          <p14:tracePt t="37913" x="8520113" y="1817688"/>
          <p14:tracePt t="37930" x="8666163" y="1808163"/>
          <p14:tracePt t="37946" x="8959850" y="1781175"/>
          <p14:tracePt t="37963" x="9086850" y="1781175"/>
          <p14:tracePt t="37980" x="9259888" y="1762125"/>
          <p14:tracePt t="37996" x="9315450" y="1762125"/>
          <p14:tracePt t="38013" x="9332913" y="1762125"/>
          <p14:tracePt t="38030" x="9351963" y="1762125"/>
          <p14:tracePt t="38066" x="9332913" y="1762125"/>
          <p14:tracePt t="38077" x="9251950" y="1762125"/>
          <p14:tracePt t="38086" x="9050338" y="1744663"/>
          <p14:tracePt t="38096" x="8758238" y="1708150"/>
          <p14:tracePt t="38113" x="8054975" y="1708150"/>
          <p14:tracePt t="38130" x="6675438" y="1735138"/>
          <p14:tracePt t="38147" x="6292850" y="1771650"/>
          <p14:tracePt t="38148" x="5716588" y="1844675"/>
          <p14:tracePt t="38163" x="5497513" y="1898650"/>
          <p14:tracePt t="38180" x="5114925" y="2000250"/>
          <p14:tracePt t="38197" x="5013325" y="2027238"/>
          <p14:tracePt t="38213" x="4940300" y="2054225"/>
          <p14:tracePt t="38230" x="4922838" y="2063750"/>
          <p14:tracePt t="38270" x="4932363" y="2073275"/>
          <p14:tracePt t="38280" x="4976813" y="2073275"/>
          <p14:tracePt t="38291" x="5013325" y="2073275"/>
          <p14:tracePt t="38301" x="5068888" y="2073275"/>
          <p14:tracePt t="38313" x="5114925" y="2082800"/>
          <p14:tracePt t="38330" x="5151438" y="2082800"/>
          <p14:tracePt t="38331" x="5168900" y="2082800"/>
          <p14:tracePt t="38347" x="5187950" y="2082800"/>
          <p14:tracePt t="38363" x="5224463" y="2063750"/>
          <p14:tracePt t="38380" x="5278438" y="1990725"/>
          <p14:tracePt t="38397" x="5424488" y="1606550"/>
          <p14:tracePt t="38413" x="5507038" y="1323975"/>
          <p14:tracePt t="38430" x="5534025" y="1277938"/>
          <p14:tracePt t="38447" x="5561013" y="1241425"/>
          <p14:tracePt t="38464" x="5589588" y="1233488"/>
          <p14:tracePt t="38480" x="5616575" y="1270000"/>
          <p14:tracePt t="38497" x="5735638" y="1679575"/>
          <p14:tracePt t="38514" x="5762625" y="1844675"/>
          <p14:tracePt t="38530" x="5799138" y="2173288"/>
          <p14:tracePt t="38547" x="5799138" y="2374900"/>
          <p14:tracePt t="38564" x="5799138" y="2411413"/>
          <p14:tracePt t="38580" x="5799138" y="2428875"/>
          <p14:tracePt t="38607" x="5818188" y="2401888"/>
          <p14:tracePt t="38618" x="5835650" y="2355850"/>
          <p14:tracePt t="38630" x="5881688" y="2273300"/>
          <p14:tracePt t="38647" x="5908675" y="2182813"/>
          <p14:tracePt t="38664" x="5972175" y="2000250"/>
          <p14:tracePt t="38681" x="6054725" y="1854200"/>
          <p14:tracePt t="38697" x="6073775" y="1835150"/>
          <p14:tracePt t="38714" x="6100763" y="1808163"/>
          <p14:tracePt t="38730" x="6118225" y="1798638"/>
          <p14:tracePt t="38751" x="6127750" y="1798638"/>
          <p14:tracePt t="38764" x="6127750" y="1808163"/>
          <p14:tracePt t="38781" x="6127750" y="1825625"/>
          <p14:tracePt t="38797" x="6137275" y="1825625"/>
          <p14:tracePt t="38814" x="6146800" y="1825625"/>
          <p14:tracePt t="38831" x="6164263" y="1825625"/>
          <p14:tracePt t="38832" x="6183313" y="1781175"/>
          <p14:tracePt t="38847" x="6219825" y="1752600"/>
          <p14:tracePt t="38864" x="6329363" y="1671638"/>
          <p14:tracePt t="38881" x="6429375" y="1643063"/>
          <p14:tracePt t="38884" x="6483350" y="1643063"/>
          <p14:tracePt t="38898" x="6557963" y="1643063"/>
          <p14:tracePt t="38914" x="6704013" y="1698625"/>
          <p14:tracePt t="38931" x="6767513" y="1752600"/>
          <p14:tracePt t="38947" x="6831013" y="1798638"/>
          <p14:tracePt t="38964" x="6877050" y="1835150"/>
          <p14:tracePt t="38981" x="6904038" y="1844675"/>
          <p14:tracePt t="38997" x="7004050" y="1871663"/>
          <p14:tracePt t="39014" x="7123113" y="1871663"/>
          <p14:tracePt t="39031" x="7342188" y="1871663"/>
          <p14:tracePt t="39047" x="7580313" y="1844675"/>
          <p14:tracePt t="39064" x="7653338" y="1835150"/>
          <p14:tracePt t="39081" x="7826375" y="1808163"/>
          <p14:tracePt t="39098" x="7908925" y="1798638"/>
          <p14:tracePt t="39114" x="7935913" y="1798638"/>
          <p14:tracePt t="39131" x="7954963" y="1798638"/>
          <p14:tracePt t="39373" x="7972425" y="1798638"/>
          <p14:tracePt t="39384" x="8018463" y="1789113"/>
          <p14:tracePt t="39393" x="8147050" y="1762125"/>
          <p14:tracePt t="39404" x="8383588" y="1689100"/>
          <p14:tracePt t="39415" x="9050338" y="1533525"/>
          <p14:tracePt t="39431" x="9515475" y="1460500"/>
          <p14:tracePt t="39448" x="10493375" y="1406525"/>
          <p14:tracePt t="39464" x="10995025" y="1470025"/>
          <p14:tracePt t="39465" x="11233150" y="1489075"/>
          <p14:tracePt t="39481" x="11544300" y="1506538"/>
          <p14:tracePt t="39498" x="11836400" y="1506538"/>
          <p14:tracePt t="39515" x="11945938" y="1489075"/>
          <p14:tracePt t="39531" x="12172950" y="1416050"/>
          <p14:tracePt t="39701" x="11972925" y="1350963"/>
          <p14:tracePt t="39710" x="11853863" y="1423988"/>
          <p14:tracePt t="39720" x="11799888" y="1489075"/>
          <p14:tracePt t="39731" x="11734800" y="1552575"/>
          <p14:tracePt t="39748" x="11698288" y="1598613"/>
          <p14:tracePt t="39765" x="11671300" y="1662113"/>
          <p14:tracePt t="39782" x="11661775" y="1698625"/>
          <p14:tracePt t="39798" x="11661775" y="1708150"/>
          <p14:tracePt t="39815" x="11753850" y="1744663"/>
          <p14:tracePt t="39832" x="11807825" y="1744663"/>
          <p14:tracePt t="39832" x="11880850" y="1744663"/>
          <p14:tracePt t="39848" x="11917363" y="1744663"/>
          <p14:tracePt t="39865" x="11999913" y="1671638"/>
          <p14:tracePt t="39882" x="12045950" y="1589088"/>
          <p14:tracePt t="39898" x="12072938" y="1416050"/>
          <p14:tracePt t="39915" x="12055475" y="1296988"/>
          <p14:tracePt t="39932" x="11990388" y="1233488"/>
          <p14:tracePt t="39948" x="11552238" y="1031875"/>
          <p14:tracePt t="39966" x="11041063" y="1004888"/>
          <p14:tracePt t="39982" x="10877550" y="1041400"/>
          <p14:tracePt t="39999" x="10575925" y="1196975"/>
          <p14:tracePt t="40015" x="10474325" y="1296988"/>
          <p14:tracePt t="40016" x="10410825" y="1379538"/>
          <p14:tracePt t="40032" x="10320338" y="1516063"/>
          <p14:tracePt t="40049" x="10237788" y="1679575"/>
          <p14:tracePt t="40065" x="10210800" y="1708150"/>
          <p14:tracePt t="40082" x="10191750" y="1781175"/>
          <p14:tracePt t="40099" x="10174288" y="1808163"/>
          <p14:tracePt t="40099" x="10174288" y="1854200"/>
          <p14:tracePt t="40115" x="10174288" y="1881188"/>
          <p14:tracePt t="40132" x="10164763" y="1927225"/>
          <p14:tracePt t="40149" x="10164763" y="1935163"/>
          <p14:tracePt t="40165" x="10164763" y="1963738"/>
          <p14:tracePt t="40182" x="10164763" y="1973263"/>
          <p14:tracePt t="40200" x="10164763" y="1981200"/>
          <p14:tracePt t="40547" x="10137775" y="1990725"/>
          <p14:tracePt t="40558" x="10018713" y="2046288"/>
          <p14:tracePt t="40568" x="9899650" y="2100263"/>
          <p14:tracePt t="40582" x="9690100" y="2173288"/>
          <p14:tracePt t="40599" x="9488488" y="2236788"/>
          <p14:tracePt t="40600" x="9086850" y="2319338"/>
          <p14:tracePt t="40616" x="8867775" y="2374900"/>
          <p14:tracePt t="40632" x="8247063" y="2428875"/>
          <p14:tracePt t="40649" x="7753350" y="2455863"/>
          <p14:tracePt t="40650" x="7553325" y="2455863"/>
          <p14:tracePt t="40666" x="7251700" y="2455863"/>
          <p14:tracePt t="40682" x="6721475" y="2474913"/>
          <p14:tracePt t="40699" x="6584950" y="2492375"/>
          <p14:tracePt t="40716" x="6346825" y="2520950"/>
          <p14:tracePt t="40732" x="6173788" y="2557463"/>
          <p14:tracePt t="40749" x="6091238" y="2584450"/>
          <p14:tracePt t="40766" x="6027738" y="2593975"/>
          <p14:tracePt t="40783" x="5991225" y="2601913"/>
          <p14:tracePt t="40783" x="5981700" y="2601913"/>
          <p14:tracePt t="40803" x="5964238" y="2601913"/>
          <p14:tracePt t="40834" x="5954713" y="2611438"/>
          <p14:tracePt t="40864" x="5945188" y="2611438"/>
          <p14:tracePt t="40875" x="5935663" y="2611438"/>
          <p14:tracePt t="40895" x="5927725" y="2611438"/>
          <p14:tracePt t="40946" x="5918200" y="2611438"/>
          <p14:tracePt t="40986" x="5908675" y="2611438"/>
          <p14:tracePt t="41120" x="5918200" y="2601913"/>
          <p14:tracePt t="41129" x="5935663" y="2593975"/>
          <p14:tracePt t="41140" x="5981700" y="2574925"/>
          <p14:tracePt t="41150" x="6018213" y="2557463"/>
          <p14:tracePt t="41166" x="6081713" y="2511425"/>
          <p14:tracePt t="41183" x="6210300" y="2428875"/>
          <p14:tracePt t="41200" x="6264275" y="2392363"/>
          <p14:tracePt t="41200" x="6292850" y="2365375"/>
          <p14:tracePt t="41216" x="6310313" y="2346325"/>
          <p14:tracePt t="41233" x="6337300" y="2328863"/>
          <p14:tracePt t="41250" x="6346825" y="2319338"/>
          <p14:tracePt t="41266" x="6356350" y="2319338"/>
          <p14:tracePt t="41283" x="6383338" y="2309813"/>
          <p14:tracePt t="41300" x="6402388" y="2301875"/>
          <p14:tracePt t="41316" x="6465888" y="2301875"/>
          <p14:tracePt t="41333" x="6511925" y="2301875"/>
          <p14:tracePt t="41350" x="6602413" y="2301875"/>
          <p14:tracePt t="41366" x="6667500" y="2309813"/>
          <p14:tracePt t="41383" x="6684963" y="2309813"/>
          <p14:tracePt t="41400" x="6694488" y="2319338"/>
          <p14:tracePt t="41416" x="6704013" y="2319338"/>
          <p14:tracePt t="41433" x="6711950" y="2319338"/>
          <p14:tracePt t="41450" x="6731000" y="2328863"/>
          <p14:tracePt t="41466" x="6777038" y="2328863"/>
          <p14:tracePt t="41483" x="6813550" y="2328863"/>
          <p14:tracePt t="41500" x="6931025" y="2328863"/>
          <p14:tracePt t="41517" x="6986588" y="2328863"/>
          <p14:tracePt t="41533" x="7113588" y="2328863"/>
          <p14:tracePt t="41550" x="7251700" y="2338388"/>
          <p14:tracePt t="41567" x="7305675" y="2338388"/>
          <p14:tracePt t="41583" x="7415213" y="2338388"/>
          <p14:tracePt t="41600" x="7470775" y="2338388"/>
          <p14:tracePt t="41601" x="7516813" y="2338388"/>
          <p14:tracePt t="41617" x="7543800" y="2338388"/>
          <p14:tracePt t="41633" x="7589838" y="2346325"/>
          <p14:tracePt t="41650" x="7607300" y="2346325"/>
          <p14:tracePt t="41666" x="7626350" y="2346325"/>
          <p14:tracePt t="41684" x="7634288" y="2346325"/>
          <p14:tracePt t="42162" x="7653338" y="2346325"/>
          <p14:tracePt t="42172" x="7689850" y="2346325"/>
          <p14:tracePt t="42182" x="7743825" y="2346325"/>
          <p14:tracePt t="42191" x="7862888" y="2338388"/>
          <p14:tracePt t="42203" x="7954963" y="2319338"/>
          <p14:tracePt t="42217" x="8081963" y="2319338"/>
          <p14:tracePt t="42234" x="8210550" y="2319338"/>
          <p14:tracePt t="42251" x="8256588" y="2319338"/>
          <p14:tracePt t="42267" x="8329613" y="2319338"/>
          <p14:tracePt t="42284" x="8420100" y="2319338"/>
          <p14:tracePt t="42301" x="8493125" y="2309813"/>
          <p14:tracePt t="42317" x="8593138" y="2301875"/>
          <p14:tracePt t="42334" x="8675688" y="2292350"/>
          <p14:tracePt t="42351" x="8694738" y="2292350"/>
          <p14:tracePt t="42367" x="8731250" y="2292350"/>
          <p14:tracePt t="42384" x="8739188" y="2292350"/>
          <p14:tracePt t="42401" x="8748713" y="2292350"/>
          <p14:tracePt t="42438" x="8748713" y="2282825"/>
          <p14:tracePt t="42468" x="8712200" y="2282825"/>
          <p14:tracePt t="42477" x="8675688" y="2282825"/>
          <p14:tracePt t="42489" x="8648700" y="2282825"/>
          <p14:tracePt t="42501" x="8629650" y="2282825"/>
          <p14:tracePt t="42518" x="8602663" y="2282825"/>
          <p14:tracePt t="42518" x="8585200" y="2282825"/>
          <p14:tracePt t="42534" x="8575675" y="2282825"/>
          <p14:tracePt t="42551" x="8556625" y="2282825"/>
          <p14:tracePt t="42568" x="8548688" y="2282825"/>
          <p14:tracePt t="42611" x="8556625" y="2282825"/>
          <p14:tracePt t="42622" x="8585200" y="2282825"/>
          <p14:tracePt t="42632" x="8602663" y="2292350"/>
          <p14:tracePt t="42641" x="8639175" y="2292350"/>
          <p14:tracePt t="42651" x="8658225" y="2301875"/>
          <p14:tracePt t="42668" x="8666163" y="2301875"/>
          <p14:tracePt t="42684" x="8694738" y="2309813"/>
          <p14:tracePt t="42701" x="8702675" y="2309813"/>
          <p14:tracePt t="42718" x="8712200" y="2309813"/>
          <p14:tracePt t="42735" x="8721725" y="2309813"/>
          <p14:tracePt t="42755" x="8731250" y="2309813"/>
          <p14:tracePt t="42805" x="8739188" y="2309813"/>
          <p14:tracePt t="44747" x="8721725" y="2309813"/>
          <p14:tracePt t="44758" x="8629650" y="2319338"/>
          <p14:tracePt t="44768" x="8502650" y="2319338"/>
          <p14:tracePt t="44777" x="8256588" y="2319338"/>
          <p14:tracePt t="44788" x="8054975" y="2319338"/>
          <p14:tracePt t="44803" x="7670800" y="2319338"/>
          <p14:tracePt t="44820" x="6886575" y="2346325"/>
          <p14:tracePt t="44836" x="6648450" y="2355850"/>
          <p14:tracePt t="44853" x="6110288" y="2374900"/>
          <p14:tracePt t="44870" x="5808663" y="2411413"/>
          <p14:tracePt t="44887" x="5716588" y="2419350"/>
          <p14:tracePt t="44904" x="5626100" y="2428875"/>
          <p14:tracePt t="44920" x="5607050" y="2438400"/>
          <p14:tracePt t="44921" x="5589588" y="2438400"/>
          <p14:tracePt t="44936" x="5580063" y="2438400"/>
          <p14:tracePt t="44953" x="5580063" y="2447925"/>
          <p14:tracePt t="44970" x="5570538" y="2447925"/>
          <p14:tracePt t="45034" x="5561013" y="2447925"/>
          <p14:tracePt t="45074" x="5553075" y="2447925"/>
          <p14:tracePt t="45094" x="5534025" y="2455863"/>
          <p14:tracePt t="45104" x="5524500" y="2455863"/>
          <p14:tracePt t="45114" x="5507038" y="2465388"/>
          <p14:tracePt t="45125" x="5487988" y="2465388"/>
          <p14:tracePt t="45137" x="5470525" y="2474913"/>
          <p14:tracePt t="45153" x="5470525" y="2484438"/>
          <p14:tracePt t="45170" x="5443538" y="2492375"/>
          <p14:tracePt t="45187" x="5424488" y="2511425"/>
          <p14:tracePt t="45203" x="5414963" y="2520950"/>
          <p14:tracePt t="45220" x="5397500" y="2565400"/>
          <p14:tracePt t="45237" x="5387975" y="2593975"/>
          <p14:tracePt t="45237" x="5387975" y="2620963"/>
          <p14:tracePt t="45253" x="5387975" y="2647950"/>
          <p14:tracePt t="45270" x="5387975" y="2711450"/>
          <p14:tracePt t="45287" x="5387975" y="2740025"/>
          <p14:tracePt t="45303" x="5387975" y="2776538"/>
          <p14:tracePt t="45320" x="5387975" y="2784475"/>
          <p14:tracePt t="45337" x="5387975" y="2794000"/>
          <p14:tracePt t="45354" x="5397500" y="2794000"/>
          <p14:tracePt t="45370" x="5434013" y="2794000"/>
          <p14:tracePt t="45387" x="5480050" y="2784475"/>
          <p14:tracePt t="45404" x="5497513" y="2767013"/>
          <p14:tracePt t="45421" x="5524500" y="2747963"/>
          <p14:tracePt t="45437" x="5524500" y="2740025"/>
          <p14:tracePt t="45454" x="5534025" y="2740025"/>
          <p14:tracePt t="45470" x="5543550" y="2740025"/>
          <p14:tracePt t="45513" x="5553075" y="2740025"/>
          <p14:tracePt t="45564" x="5561013" y="2740025"/>
          <p14:tracePt t="45646" x="5570538" y="2740025"/>
          <p14:tracePt t="45667" x="5589588" y="2740025"/>
          <p14:tracePt t="45677" x="5597525" y="2740025"/>
          <p14:tracePt t="45688" x="5626100" y="2740025"/>
          <p14:tracePt t="45698" x="5653088" y="2747963"/>
          <p14:tracePt t="45708" x="5680075" y="2747963"/>
          <p14:tracePt t="45721" x="5726113" y="2747963"/>
          <p14:tracePt t="45738" x="5826125" y="2757488"/>
          <p14:tracePt t="45754" x="5891213" y="2757488"/>
          <p14:tracePt t="45771" x="6118225" y="2711450"/>
          <p14:tracePt t="45787" x="6264275" y="2693988"/>
          <p14:tracePt t="45788" x="6319838" y="2693988"/>
          <p14:tracePt t="45804" x="6392863" y="2693988"/>
          <p14:tracePt t="45821" x="6465888" y="2693988"/>
          <p14:tracePt t="45837" x="6492875" y="2693988"/>
          <p14:tracePt t="45854" x="6521450" y="2693988"/>
          <p14:tracePt t="45871" x="6538913" y="2693988"/>
          <p14:tracePt t="45888" x="6548438" y="2693988"/>
          <p14:tracePt t="45904" x="6557963" y="2693988"/>
          <p14:tracePt t="45922" x="6565900" y="2693988"/>
          <p14:tracePt t="45943" x="6575425" y="2693988"/>
          <p14:tracePt t="45994" x="6557963" y="2693988"/>
          <p14:tracePt t="46003" x="6475413" y="2693988"/>
          <p14:tracePt t="46013" x="6365875" y="2693988"/>
          <p14:tracePt t="46023" x="6200775" y="2674938"/>
          <p14:tracePt t="46037" x="6037263" y="2667000"/>
          <p14:tracePt t="46054" x="5553075" y="2647950"/>
          <p14:tracePt t="46071" x="5407025" y="2647950"/>
          <p14:tracePt t="46088" x="5241925" y="2647950"/>
          <p14:tracePt t="46104" x="5205413" y="2647950"/>
          <p14:tracePt t="46121" x="5178425" y="2647950"/>
          <p14:tracePt t="46145" x="5168900" y="2647950"/>
          <p14:tracePt t="46228" x="5178425" y="2647950"/>
          <p14:tracePt t="46238" x="5195888" y="2647950"/>
          <p14:tracePt t="46249" x="5224463" y="2667000"/>
          <p14:tracePt t="46259" x="5241925" y="2667000"/>
          <p14:tracePt t="46271" x="5251450" y="2667000"/>
          <p14:tracePt t="46288" x="5268913" y="2667000"/>
          <p14:tracePt t="46310" x="5278438" y="2667000"/>
          <p14:tracePt t="46321" x="5287963" y="2667000"/>
          <p14:tracePt t="46338" x="5297488" y="2667000"/>
          <p14:tracePt t="46355" x="5314950" y="2667000"/>
          <p14:tracePt t="46372" x="5351463" y="2667000"/>
          <p14:tracePt t="46388" x="5360988" y="2667000"/>
          <p14:tracePt t="46405" x="5378450" y="2667000"/>
          <p14:tracePt t="46421" x="5387975" y="2674938"/>
          <p14:tracePt t="46422" x="5397500" y="2674938"/>
          <p14:tracePt t="46452" x="5407025" y="2674938"/>
          <p14:tracePt t="46576" x="5414963" y="2674938"/>
          <p14:tracePt t="46759" x="5424488" y="2674938"/>
          <p14:tracePt t="46790" x="5434013" y="2674938"/>
          <p14:tracePt t="46800" x="5443538" y="2674938"/>
          <p14:tracePt t="46810" x="5451475" y="2674938"/>
          <p14:tracePt t="46830" x="5461000" y="2674938"/>
          <p14:tracePt t="46840" x="5470525" y="2674938"/>
          <p14:tracePt t="46855" x="5480050" y="2674938"/>
          <p14:tracePt t="46872" x="5487988" y="2674938"/>
          <p14:tracePt t="46889" x="5507038" y="2674938"/>
          <p14:tracePt t="46905" x="5516563" y="2674938"/>
          <p14:tracePt t="46922" x="5534025" y="2674938"/>
          <p14:tracePt t="46944" x="5543550" y="2674938"/>
          <p14:tracePt t="46973" x="5553075" y="2674938"/>
          <p14:tracePt t="47056" x="5553075" y="2667000"/>
          <p14:tracePt t="47096" x="5543550" y="2667000"/>
          <p14:tracePt t="47127" x="5534025" y="2667000"/>
          <p14:tracePt t="47137" x="5534025" y="2657475"/>
          <p14:tracePt t="47147" x="5534025" y="2647950"/>
          <p14:tracePt t="47158" x="5534025" y="2620963"/>
          <p14:tracePt t="47172" x="5534025" y="2584450"/>
          <p14:tracePt t="47189" x="5534025" y="2484438"/>
          <p14:tracePt t="47205" x="5534025" y="2447925"/>
          <p14:tracePt t="47222" x="5534025" y="2411413"/>
          <p14:tracePt t="47270" x="5534025" y="2419350"/>
          <p14:tracePt t="47280" x="5534025" y="2511425"/>
          <p14:tracePt t="47289" x="5534025" y="2565400"/>
          <p14:tracePt t="47306" x="5534025" y="2638425"/>
          <p14:tracePt t="47322" x="5534025" y="2684463"/>
          <p14:tracePt t="47339" x="5524500" y="2693988"/>
          <p14:tracePt t="47356" x="5524500" y="2711450"/>
          <p14:tracePt t="47393" x="5534025" y="2711450"/>
          <p14:tracePt t="47403" x="5553075" y="2703513"/>
          <p14:tracePt t="47413" x="5570538" y="2684463"/>
          <p14:tracePt t="47423" x="5580063" y="2647950"/>
          <p14:tracePt t="47439" x="5589588" y="2630488"/>
          <p14:tracePt t="47456" x="5597525" y="2584450"/>
          <p14:tracePt t="47472" x="5607050" y="2565400"/>
          <p14:tracePt t="47489" x="5607050" y="2557463"/>
          <p14:tracePt t="47506" x="5607050" y="2538413"/>
          <p14:tracePt t="47525" x="5616575" y="2538413"/>
          <p14:tracePt t="47587" x="5616575" y="2528888"/>
          <p14:tracePt t="48219" x="5616575" y="2511425"/>
          <p14:tracePt t="48229" x="5626100" y="2501900"/>
          <p14:tracePt t="48240" x="5626100" y="2492375"/>
          <p14:tracePt t="48250" x="5634038" y="2484438"/>
          <p14:tracePt t="48262" x="5634038" y="2474913"/>
          <p14:tracePt t="48280" x="5643563" y="2465388"/>
          <p14:tracePt t="48290" x="5643563" y="2455863"/>
          <p14:tracePt t="48307" x="5643563" y="2447925"/>
          <p14:tracePt t="48323" x="5653088" y="2419350"/>
          <p14:tracePt t="48340" x="5653088" y="2392363"/>
          <p14:tracePt t="48357" x="5670550" y="2309813"/>
          <p14:tracePt t="48373" x="5680075" y="2265363"/>
          <p14:tracePt t="48394" x="5680075" y="2255838"/>
          <p14:tracePt t="48413" x="5680075" y="2246313"/>
          <p14:tracePt t="48434" x="5689600" y="2246313"/>
          <p14:tracePt t="48464" x="5699125" y="2273300"/>
          <p14:tracePt t="48476" x="5708650" y="2309813"/>
          <p14:tracePt t="48485" x="5726113" y="2392363"/>
          <p14:tracePt t="48496" x="5735638" y="2465388"/>
          <p14:tracePt t="48507" x="5762625" y="2593975"/>
          <p14:tracePt t="48523" x="5789613" y="2674938"/>
          <p14:tracePt t="48540" x="5818188" y="2784475"/>
          <p14:tracePt t="48557" x="5818188" y="2813050"/>
          <p14:tracePt t="48573" x="5826125" y="2813050"/>
          <p14:tracePt t="48607" x="5862638" y="2776538"/>
          <p14:tracePt t="48618" x="5891213" y="2693988"/>
          <p14:tracePt t="48629" x="5927725" y="2574925"/>
          <p14:tracePt t="48640" x="5972175" y="2484438"/>
          <p14:tracePt t="48657" x="6000750" y="2365375"/>
          <p14:tracePt t="48674" x="6073775" y="2192338"/>
          <p14:tracePt t="48690" x="6081713" y="2127250"/>
          <p14:tracePt t="48691" x="6091238" y="2109788"/>
          <p14:tracePt t="48707" x="6100763" y="2090738"/>
          <p14:tracePt t="48724" x="6110288" y="2082800"/>
          <p14:tracePt t="48741" x="6110288" y="2073275"/>
          <p14:tracePt t="48757" x="6118225" y="2073275"/>
          <p14:tracePt t="48774" x="6127750" y="2073275"/>
          <p14:tracePt t="48791" x="6146800" y="2082800"/>
          <p14:tracePt t="48807" x="6164263" y="2100263"/>
          <p14:tracePt t="48824" x="6200775" y="2127250"/>
          <p14:tracePt t="48840" x="6227763" y="2146300"/>
          <p14:tracePt t="48857" x="6283325" y="2192338"/>
          <p14:tracePt t="48874" x="6392863" y="2246313"/>
          <p14:tracePt t="48890" x="6438900" y="2273300"/>
          <p14:tracePt t="48907" x="6521450" y="2301875"/>
          <p14:tracePt t="48924" x="6575425" y="2301875"/>
          <p14:tracePt t="48924" x="6602413" y="2301875"/>
          <p14:tracePt t="48941" x="6630988" y="2301875"/>
          <p14:tracePt t="48957" x="6740525" y="2292350"/>
          <p14:tracePt t="48974" x="6821488" y="2265363"/>
          <p14:tracePt t="48975" x="6940550" y="2200275"/>
          <p14:tracePt t="48991" x="7004050" y="2163763"/>
          <p14:tracePt t="49007" x="7113588" y="2119313"/>
          <p14:tracePt t="49024" x="7159625" y="2082800"/>
          <p14:tracePt t="49041" x="7232650" y="2036763"/>
          <p14:tracePt t="49057" x="7259638" y="2017713"/>
          <p14:tracePt t="49058" x="7278688" y="2000250"/>
          <p14:tracePt t="49074" x="7296150" y="2000250"/>
          <p14:tracePt t="49091" x="7324725" y="1990725"/>
          <p14:tracePt t="49108" x="7334250" y="1990725"/>
          <p14:tracePt t="49124" x="7342188" y="1990725"/>
          <p14:tracePt t="49141" x="7351713" y="1990725"/>
          <p14:tracePt t="49157" x="7361238" y="2000250"/>
          <p14:tracePt t="49174" x="7370763" y="2036763"/>
          <p14:tracePt t="49191" x="7370763" y="2046288"/>
          <p14:tracePt t="49207" x="7370763" y="2054225"/>
          <p14:tracePt t="49224" x="7378700" y="2063750"/>
          <p14:tracePt t="49241" x="7378700" y="2073275"/>
          <p14:tracePt t="49257" x="7378700" y="2082800"/>
          <p14:tracePt t="49281" x="7378700" y="2090738"/>
          <p14:tracePt t="49332" x="7378700" y="2100263"/>
          <p14:tracePt t="49344" x="7378700" y="2109788"/>
          <p14:tracePt t="49353" x="7378700" y="2127250"/>
          <p14:tracePt t="49364" x="7378700" y="2146300"/>
          <p14:tracePt t="49374" x="7378700" y="2163763"/>
          <p14:tracePt t="49391" x="7378700" y="2192338"/>
          <p14:tracePt t="49407" x="7370763" y="2255838"/>
          <p14:tracePt t="49424" x="7361238" y="2273300"/>
          <p14:tracePt t="49425" x="7361238" y="2292350"/>
          <p14:tracePt t="49441" x="7361238" y="2301875"/>
          <p14:tracePt t="49458" x="7361238" y="2319338"/>
          <p14:tracePt t="49474" x="7361238" y="2328863"/>
          <p14:tracePt t="49475" x="7361238" y="2338388"/>
          <p14:tracePt t="49491" x="7361238" y="2346325"/>
          <p14:tracePt t="49508" x="7351713" y="2365375"/>
          <p14:tracePt t="49525" x="7351713" y="2374900"/>
          <p14:tracePt t="49541" x="7315200" y="2447925"/>
          <p14:tracePt t="49558" x="7305675" y="2492375"/>
          <p14:tracePt t="49574" x="7305675" y="2501900"/>
          <p14:tracePt t="49591" x="7296150" y="2511425"/>
          <p14:tracePt t="49608" x="7296150" y="2520950"/>
          <p14:tracePt t="49650" x="7296150" y="2528888"/>
          <p14:tracePt t="50099" x="7296150" y="2511425"/>
          <p14:tracePt t="50109" x="7305675" y="2438400"/>
          <p14:tracePt t="50119" x="7370763" y="2265363"/>
          <p14:tracePt t="50129" x="7561263" y="1744663"/>
          <p14:tracePt t="50142" x="7743825" y="1387475"/>
          <p14:tracePt t="50158" x="7981950" y="785813"/>
          <p14:tracePt t="50159" x="8101013" y="511175"/>
          <p14:tracePt t="50517" x="8529638" y="109538"/>
          <p14:tracePt t="50527" x="8493125" y="155575"/>
          <p14:tracePt t="50542" x="8466138" y="219075"/>
          <p14:tracePt t="50559" x="8410575" y="292100"/>
          <p14:tracePt t="50575" x="8402638" y="311150"/>
          <p14:tracePt t="52974" x="7835900" y="1379538"/>
          <p14:tracePt t="52985" x="7634288" y="1908175"/>
          <p14:tracePt t="52993" x="7315200" y="2803525"/>
          <p14:tracePt t="53003" x="7150100" y="3224213"/>
          <p14:tracePt t="53016" x="6923088" y="3798888"/>
          <p14:tracePt t="53028" x="6794500" y="4110038"/>
          <p14:tracePt t="53044" x="6657975" y="4556125"/>
          <p14:tracePt t="53045" x="6594475" y="4721225"/>
          <p14:tracePt t="53061" x="6565900" y="4930775"/>
          <p14:tracePt t="53078" x="6502400" y="5324475"/>
          <p14:tracePt t="53095" x="6502400" y="5543550"/>
          <p14:tracePt t="53111" x="6502400" y="5588000"/>
          <p14:tracePt t="53128" x="6594475" y="5643563"/>
          <p14:tracePt t="53145" x="6721475" y="5653088"/>
          <p14:tracePt t="53161" x="7050088" y="5616575"/>
          <p14:tracePt t="53178" x="7370763" y="5414963"/>
          <p14:tracePt t="53195" x="7524750" y="5295900"/>
          <p14:tracePt t="53211" x="7762875" y="5003800"/>
          <p14:tracePt t="53228" x="7991475" y="4511675"/>
          <p14:tracePt t="53245" x="8027988" y="4329113"/>
          <p14:tracePt t="53261" x="8027988" y="3917950"/>
          <p14:tracePt t="53278" x="7991475" y="3752850"/>
          <p14:tracePt t="53279" x="7845425" y="3516313"/>
          <p14:tracePt t="53295" x="7743825" y="3414713"/>
          <p14:tracePt t="53311" x="7397750" y="3278188"/>
          <p14:tracePt t="53328" x="7150100" y="3278188"/>
          <p14:tracePt t="53333" x="7023100" y="3314700"/>
          <p14:tracePt t="53345" x="6904038" y="3387725"/>
          <p14:tracePt t="53361" x="6794500" y="3487738"/>
          <p14:tracePt t="53362" x="6675438" y="3643313"/>
          <p14:tracePt t="53378" x="6511925" y="3898900"/>
          <p14:tracePt t="53395" x="6191250" y="4575175"/>
          <p14:tracePt t="53411" x="6146800" y="4748213"/>
          <p14:tracePt t="53429" x="6100763" y="5059363"/>
          <p14:tracePt t="53445" x="6118225" y="5295900"/>
          <p14:tracePt t="53462" x="6173788" y="5378450"/>
          <p14:tracePt t="53480" x="6346825" y="5451475"/>
          <p14:tracePt t="53495" x="6877050" y="5378450"/>
          <p14:tracePt t="53512" x="7123113" y="5268913"/>
          <p14:tracePt t="53529" x="7616825" y="5059363"/>
          <p14:tracePt t="53545" x="7862888" y="4959350"/>
          <p14:tracePt t="53562" x="7899400" y="4930775"/>
          <p14:tracePt t="53578" x="7954963" y="4876800"/>
          <p14:tracePt t="53595" x="7962900" y="4803775"/>
          <p14:tracePt t="53596" x="7962900" y="4711700"/>
          <p14:tracePt t="53612" x="7908925" y="4584700"/>
          <p14:tracePt t="53629" x="7735888" y="4329113"/>
          <p14:tracePt t="53645" x="7580313" y="4219575"/>
          <p14:tracePt t="53662" x="7059613" y="3981450"/>
          <p14:tracePt t="53679" x="6511925" y="3935413"/>
          <p14:tracePt t="53695" x="6283325" y="3963988"/>
          <p14:tracePt t="53712" x="5991225" y="4146550"/>
          <p14:tracePt t="53730" x="5753100" y="4475163"/>
          <p14:tracePt t="53745" x="5662613" y="4721225"/>
          <p14:tracePt t="53762" x="5634038" y="5049838"/>
          <p14:tracePt t="53779" x="5670550" y="5168900"/>
          <p14:tracePt t="53779" x="5762625" y="5324475"/>
          <p14:tracePt t="53796" x="5845175" y="5424488"/>
          <p14:tracePt t="53812" x="6410325" y="5653088"/>
          <p14:tracePt t="53829" x="6967538" y="5653088"/>
          <p14:tracePt t="53831" x="7296150" y="5580063"/>
          <p14:tracePt t="53845" x="7789863" y="5378450"/>
          <p14:tracePt t="53862" x="8420100" y="5105400"/>
          <p14:tracePt t="53879" x="8539163" y="5040313"/>
          <p14:tracePt t="53895" x="8721725" y="4903788"/>
          <p14:tracePt t="53912" x="8775700" y="4840288"/>
          <p14:tracePt t="53930" x="8858250" y="4638675"/>
          <p14:tracePt t="53945" x="8840788" y="4292600"/>
          <p14:tracePt t="53962" x="8758238" y="4137025"/>
          <p14:tracePt t="53979" x="8347075" y="3625850"/>
          <p14:tracePt t="53995" x="7707313" y="3214688"/>
          <p14:tracePt t="54012" x="7488238" y="3168650"/>
          <p14:tracePt t="54031" x="7040563" y="3187700"/>
          <p14:tracePt t="54046" x="6721475" y="3424238"/>
          <p14:tracePt t="54063" x="6565900" y="3570288"/>
          <p14:tracePt t="54079" x="6383338" y="3789363"/>
          <p14:tracePt t="54096" x="6283325" y="4008438"/>
          <p14:tracePt t="54112" x="6264275" y="4081463"/>
          <p14:tracePt t="54130" x="6227763" y="4210050"/>
          <p14:tracePt t="54146" x="6227763" y="4237038"/>
          <p14:tracePt t="54162" x="6227763" y="4283075"/>
          <p14:tracePt t="54181" x="6227763" y="4300538"/>
          <p14:tracePt t="54196" x="6227763" y="4310063"/>
          <p14:tracePt t="54219" x="6227763" y="4319588"/>
          <p14:tracePt t="54259" x="6227763" y="4329113"/>
          <p14:tracePt t="54351" x="6227763" y="4337050"/>
          <p14:tracePt t="54556" x="6227763" y="4346575"/>
          <p14:tracePt t="60102" x="6219825" y="4383088"/>
          <p14:tracePt t="60112" x="6200775" y="4438650"/>
          <p14:tracePt t="60123" x="6200775" y="4529138"/>
          <p14:tracePt t="60135" x="6200775" y="4629150"/>
          <p14:tracePt t="60151" x="6200775" y="4748213"/>
          <p14:tracePt t="60168" x="6246813" y="4894263"/>
          <p14:tracePt t="60185" x="6337300" y="4949825"/>
          <p14:tracePt t="60202" x="6410325" y="4976813"/>
          <p14:tracePt t="60218" x="6667500" y="4995863"/>
          <p14:tracePt t="60235" x="6886575" y="4913313"/>
          <p14:tracePt t="60252" x="6986588" y="4840288"/>
          <p14:tracePt t="60268" x="7086600" y="4757738"/>
          <p14:tracePt t="60285" x="7113588" y="4711700"/>
          <p14:tracePt t="60302" x="7123113" y="4675188"/>
          <p14:tracePt t="60318" x="7123113" y="4629150"/>
          <p14:tracePt t="60335" x="7113588" y="4611688"/>
          <p14:tracePt t="60351" x="6940550" y="4565650"/>
          <p14:tracePt t="60368" x="6794500" y="4565650"/>
          <p14:tracePt t="60385" x="6748463" y="4565650"/>
          <p14:tracePt t="60402" x="6675438" y="4565650"/>
          <p14:tracePt t="60419" x="6667500" y="4575175"/>
          <p14:tracePt t="60435" x="6657975" y="4575175"/>
          <p14:tracePt t="60715" x="6657975" y="4565650"/>
          <p14:tracePt t="60725" x="6704013" y="4446588"/>
          <p14:tracePt t="60735" x="6894513" y="4127500"/>
          <p14:tracePt t="60745" x="7269163" y="3333750"/>
          <p14:tracePt t="60758" x="7607300" y="2784475"/>
          <p14:tracePt t="60769" x="7981950" y="1881188"/>
          <p14:tracePt t="60786" x="8675688" y="401638"/>
          <p14:tracePt t="60802" x="8821738" y="109538"/>
          <p14:tracePt t="61134" x="8675688" y="100013"/>
          <p14:tracePt t="61143" x="8621713" y="136525"/>
          <p14:tracePt t="61154" x="8602663" y="165100"/>
          <p14:tracePt t="61169" x="8585200" y="182563"/>
          <p14:tracePt t="61186" x="8566150" y="209550"/>
          <p14:tracePt t="61202" x="8548688" y="228600"/>
          <p14:tracePt t="61219" x="8520113" y="274638"/>
          <p14:tracePt t="61236" x="8466138" y="355600"/>
          <p14:tracePt t="61253" x="8429625" y="384175"/>
          <p14:tracePt t="72933" x="8147050" y="620713"/>
          <p14:tracePt t="72943" x="8128000" y="639763"/>
          <p14:tracePt t="72954" x="8108950" y="647700"/>
          <p14:tracePt t="72964" x="8101013" y="676275"/>
          <p14:tracePt t="72981" x="8091488" y="676275"/>
          <p14:tracePt t="72997" x="8081963" y="684213"/>
          <p14:tracePt t="73014" x="8081963" y="693738"/>
          <p14:tracePt t="73031" x="8072438" y="703263"/>
          <p14:tracePt t="73048" x="8064500" y="712788"/>
          <p14:tracePt t="73064" x="8045450" y="749300"/>
          <p14:tracePt t="73081" x="8027988" y="785813"/>
          <p14:tracePt t="73098" x="7945438" y="912813"/>
          <p14:tracePt t="73114" x="7881938" y="1004888"/>
          <p14:tracePt t="73131" x="7662863" y="1277938"/>
          <p14:tracePt t="73147" x="7296150" y="1808163"/>
          <p14:tracePt t="73164" x="7032625" y="2209800"/>
          <p14:tracePt t="73181" x="6446838" y="3232150"/>
          <p14:tracePt t="73198" x="6127750" y="3908425"/>
          <p14:tracePt t="73214" x="6045200" y="4117975"/>
          <p14:tracePt t="73231" x="5918200" y="4483100"/>
          <p14:tracePt t="73248" x="5891213" y="4611688"/>
          <p14:tracePt t="73264" x="5881688" y="4748213"/>
          <p14:tracePt t="73281" x="5891213" y="4821238"/>
          <p14:tracePt t="73298" x="5908675" y="4840288"/>
          <p14:tracePt t="73314" x="6146800" y="4876800"/>
          <p14:tracePt t="73331" x="6392863" y="4876800"/>
          <p14:tracePt t="73332" x="6557963" y="4821238"/>
          <p14:tracePt t="73348" x="6821488" y="4675188"/>
          <p14:tracePt t="73365" x="7150100" y="4475163"/>
          <p14:tracePt t="73381" x="7232650" y="4402138"/>
          <p14:tracePt t="73398" x="7351713" y="4300538"/>
          <p14:tracePt t="73414" x="7397750" y="4237038"/>
          <p14:tracePt t="73431" x="7424738" y="4191000"/>
          <p14:tracePt t="73448" x="7424738" y="4100513"/>
          <p14:tracePt t="73464" x="7424738" y="4037013"/>
          <p14:tracePt t="73481" x="7378700" y="4000500"/>
          <p14:tracePt t="73498" x="7223125" y="3990975"/>
          <p14:tracePt t="73515" x="7086600" y="4044950"/>
          <p14:tracePt t="73531" x="7023100" y="4081463"/>
          <p14:tracePt t="73548" x="6940550" y="4154488"/>
          <p14:tracePt t="73565" x="6904038" y="4191000"/>
          <p14:tracePt t="73581" x="6867525" y="4227513"/>
          <p14:tracePt t="73598" x="6840538" y="4292600"/>
          <p14:tracePt t="73615" x="6840538" y="4300538"/>
          <p14:tracePt t="73631" x="6831013" y="4329113"/>
          <p14:tracePt t="73648" x="6821488" y="4346575"/>
          <p14:tracePt t="73665" x="6821488" y="4356100"/>
          <p14:tracePt t="73681" x="6821488" y="4373563"/>
          <p14:tracePt t="73720" x="6831013" y="4373563"/>
          <p14:tracePt t="73730" x="6831013" y="4383088"/>
          <p14:tracePt t="73749" x="6840538" y="4383088"/>
          <p14:tracePt t="73770" x="6850063" y="4383088"/>
          <p14:tracePt t="73811" x="6858000" y="4383088"/>
          <p14:tracePt t="77128" x="6831013" y="4383088"/>
          <p14:tracePt t="77139" x="6704013" y="4356100"/>
          <p14:tracePt t="77149" x="6602413" y="4346575"/>
          <p14:tracePt t="77159" x="6475413" y="4329113"/>
          <p14:tracePt t="77169" x="6346825" y="4319588"/>
          <p14:tracePt t="77185" x="6146800" y="4319588"/>
          <p14:tracePt t="77202" x="5908675" y="4319588"/>
          <p14:tracePt t="77218" x="5826125" y="4365625"/>
          <p14:tracePt t="77235" x="5708650" y="4511675"/>
          <p14:tracePt t="77252" x="5597525" y="4821238"/>
          <p14:tracePt t="77268" x="5597525" y="4949825"/>
          <p14:tracePt t="77285" x="5597525" y="5095875"/>
          <p14:tracePt t="77302" x="5753100" y="5214938"/>
          <p14:tracePt t="77318" x="6037263" y="5324475"/>
          <p14:tracePt t="77335" x="6923088" y="5414963"/>
          <p14:tracePt t="77352" x="7232650" y="5434013"/>
          <p14:tracePt t="77368" x="7945438" y="5424488"/>
          <p14:tracePt t="77385" x="8539163" y="5287963"/>
          <p14:tracePt t="77402" x="8648700" y="5241925"/>
          <p14:tracePt t="77419" x="8767763" y="5168900"/>
          <p14:tracePt t="77435" x="8848725" y="5086350"/>
          <p14:tracePt t="77452" x="8858250" y="5040313"/>
          <p14:tracePt t="77469" x="8858250" y="4876800"/>
          <p14:tracePt t="77485" x="8812213" y="4702175"/>
          <p14:tracePt t="77502" x="8758238" y="4638675"/>
          <p14:tracePt t="77518" x="8621713" y="4475163"/>
          <p14:tracePt t="77535" x="8539163" y="4402138"/>
          <p14:tracePt t="77552" x="8310563" y="4310063"/>
          <p14:tracePt t="77569" x="8064500" y="4300538"/>
          <p14:tracePt t="77585" x="7881938" y="4300538"/>
          <p14:tracePt t="77602" x="7507288" y="4319588"/>
          <p14:tracePt t="77619" x="7361238" y="4337050"/>
          <p14:tracePt t="77619" x="7215188" y="4365625"/>
          <p14:tracePt t="77635" x="7059613" y="4410075"/>
          <p14:tracePt t="77652" x="6740525" y="4475163"/>
          <p14:tracePt t="77669" x="6621463" y="4519613"/>
          <p14:tracePt t="77685" x="6475413" y="4611688"/>
          <p14:tracePt t="77702" x="6365875" y="4775200"/>
          <p14:tracePt t="77719" x="6329363" y="4894263"/>
          <p14:tracePt t="77735" x="6283325" y="5049838"/>
          <p14:tracePt t="77752" x="6283325" y="5132388"/>
          <p14:tracePt t="77769" x="6283325" y="5168900"/>
          <p14:tracePt t="77785" x="6337300" y="5222875"/>
          <p14:tracePt t="77802" x="6575425" y="5324475"/>
          <p14:tracePt t="77819" x="6721475" y="5351463"/>
          <p14:tracePt t="77836" x="6977063" y="5351463"/>
          <p14:tracePt t="77852" x="7105650" y="5351463"/>
          <p14:tracePt t="77869" x="7424738" y="5268913"/>
          <p14:tracePt t="77886" x="7607300" y="5149850"/>
          <p14:tracePt t="77902" x="7662863" y="5076825"/>
          <p14:tracePt t="77919" x="7726363" y="5003800"/>
          <p14:tracePt t="77936" x="7753350" y="4959350"/>
          <p14:tracePt t="77952" x="7762875" y="4959350"/>
          <p14:tracePt t="77969" x="7772400" y="4940300"/>
          <p14:tracePt t="77986" x="7772400" y="4930775"/>
          <p14:tracePt t="78008" x="7772400" y="4922838"/>
          <p14:tracePt t="78039" x="7772400" y="4913313"/>
          <p14:tracePt t="78098" x="7762875" y="4913313"/>
          <p14:tracePt t="78140" x="7753350" y="4913313"/>
          <p14:tracePt t="78609" x="7753350" y="4884738"/>
          <p14:tracePt t="78619" x="7753350" y="4830763"/>
          <p14:tracePt t="78630" x="7753350" y="4721225"/>
          <p14:tracePt t="78642" x="7762875" y="4475163"/>
          <p14:tracePt t="78653" x="7808913" y="4283075"/>
          <p14:tracePt t="78669" x="7845425" y="3944938"/>
          <p14:tracePt t="78686" x="8018463" y="3178175"/>
          <p14:tracePt t="78703" x="8183563" y="2511425"/>
          <p14:tracePt t="78720" x="8237538" y="2292350"/>
          <p14:tracePt t="78736" x="8329613" y="1752600"/>
          <p14:tracePt t="78753" x="8374063" y="1470025"/>
          <p14:tracePt t="78770" x="8383588" y="1360488"/>
          <p14:tracePt t="78786" x="8393113" y="1270000"/>
          <p14:tracePt t="78803" x="8393113" y="1260475"/>
          <p14:tracePt t="78804" x="8393113" y="1250950"/>
          <p14:tracePt t="78820" x="8393113" y="1233488"/>
          <p14:tracePt t="78836" x="8393113" y="1223963"/>
          <p14:tracePt t="78854" x="8393113" y="1214438"/>
          <p14:tracePt t="78875" x="8393113" y="1204913"/>
          <p14:tracePt t="78947" x="8402638" y="1204913"/>
          <p14:tracePt t="78967" x="8402638" y="1196975"/>
          <p14:tracePt t="78977" x="8410575" y="1196975"/>
          <p14:tracePt t="78997" x="8420100" y="1196975"/>
          <p14:tracePt t="79028" x="8420100" y="1187450"/>
          <p14:tracePt t="79038" x="8429625" y="1187450"/>
          <p14:tracePt t="79059" x="8439150" y="1168400"/>
          <p14:tracePt t="79069" x="8447088" y="1123950"/>
          <p14:tracePt t="79079" x="8456613" y="1087438"/>
          <p14:tracePt t="79091" x="8466138" y="1022350"/>
          <p14:tracePt t="79103" x="8483600" y="949325"/>
          <p14:tracePt t="79121" x="8502650" y="812800"/>
          <p14:tracePt t="79137" x="8502650" y="766763"/>
          <p14:tracePt t="79153" x="8502650" y="749300"/>
          <p14:tracePt t="79170" x="8502650" y="739775"/>
          <p14:tracePt t="79187" x="8502650" y="730250"/>
          <p14:tracePt t="79203" x="8493125" y="720725"/>
          <p14:tracePt t="79220" x="8475663" y="712788"/>
          <p14:tracePt t="79243" x="8466138" y="712788"/>
          <p14:tracePt t="79263" x="8456613" y="703263"/>
          <p14:tracePt t="79283" x="8447088" y="693738"/>
          <p14:tracePt t="79294" x="8439150" y="693738"/>
          <p14:tracePt t="79315" x="8429625" y="684213"/>
          <p14:tracePt t="79334" x="8420100" y="684213"/>
          <p14:tracePt t="79345" x="8420100" y="676275"/>
          <p14:tracePt t="79354" x="8420100" y="666750"/>
          <p14:tracePt t="79370" x="8420100" y="657225"/>
          <p14:tracePt t="79387" x="8420100" y="647700"/>
          <p14:tracePt t="79404" x="8410575" y="639763"/>
          <p14:tracePt t="79437" x="8410575" y="630238"/>
          <p14:tracePt t="79488" x="8402638" y="620713"/>
          <p14:tracePt t="79497" x="8402638" y="611188"/>
          <p14:tracePt t="79518" x="8402638" y="603250"/>
          <p14:tracePt t="79529" x="8402638" y="593725"/>
          <p14:tracePt t="79538" x="8402638" y="584200"/>
          <p14:tracePt t="81816" x="7799388" y="657225"/>
          <p14:tracePt t="81828" x="7424738" y="766763"/>
          <p14:tracePt t="81837" x="7232650" y="830263"/>
          <p14:tracePt t="81847" x="6923088" y="958850"/>
          <p14:tracePt t="81857" x="6711950" y="1041400"/>
          <p14:tracePt t="81873" x="6438900" y="1160463"/>
          <p14:tracePt t="81889" x="5772150" y="1433513"/>
          <p14:tracePt t="81906" x="5507038" y="1533525"/>
          <p14:tracePt t="81923" x="4748213" y="1781175"/>
          <p14:tracePt t="81939" x="4008438" y="1973263"/>
          <p14:tracePt t="81956" x="3452813" y="2155825"/>
          <p14:tracePt t="81973" x="2511425" y="2492375"/>
          <p14:tracePt t="81990" x="2255838" y="2657475"/>
          <p14:tracePt t="81990" x="1863725" y="2840038"/>
          <p14:tracePt t="82006" x="1625600" y="3013075"/>
          <p14:tracePt t="82023" x="1095375" y="3589338"/>
          <p14:tracePt t="82040" x="912813" y="3789363"/>
          <p14:tracePt t="82056" x="712788" y="4210050"/>
          <p14:tracePt t="82073" x="666750" y="4502150"/>
          <p14:tracePt t="82090" x="666750" y="4648200"/>
          <p14:tracePt t="82106" x="785813" y="4922838"/>
          <p14:tracePt t="82123" x="1041400" y="5168900"/>
          <p14:tracePt t="82140" x="1196975" y="5295900"/>
          <p14:tracePt t="82156" x="1589088" y="5534025"/>
          <p14:tracePt t="82173" x="1908175" y="5561013"/>
          <p14:tracePt t="82190" x="2036763" y="5543550"/>
          <p14:tracePt t="82206" x="2411413" y="5251450"/>
          <p14:tracePt t="82223" x="2703513" y="4803775"/>
          <p14:tracePt t="82224" x="2913063" y="4538663"/>
          <p14:tracePt t="82240" x="3086100" y="4210050"/>
          <p14:tracePt t="82257" x="3343275" y="3487738"/>
          <p14:tracePt t="82273" x="3397250" y="3268663"/>
          <p14:tracePt t="82290" x="3397250" y="2886075"/>
          <p14:tracePt t="82307" x="3241675" y="2511425"/>
          <p14:tracePt t="82323" x="3141663" y="2374900"/>
          <p14:tracePt t="82340" x="2713038" y="2146300"/>
          <p14:tracePt t="82357" x="2447925" y="2146300"/>
          <p14:tracePt t="82358" x="2282825" y="2146300"/>
          <p14:tracePt t="82373" x="2109788" y="2209800"/>
          <p14:tracePt t="82390" x="1890713" y="2401888"/>
          <p14:tracePt t="82407" x="1798638" y="2538413"/>
          <p14:tracePt t="82423" x="1606550" y="2986088"/>
          <p14:tracePt t="82440" x="1552575" y="3487738"/>
          <p14:tracePt t="82457" x="1552575" y="3706813"/>
          <p14:tracePt t="82473" x="1698625" y="4227513"/>
          <p14:tracePt t="82490" x="1927225" y="4565650"/>
          <p14:tracePt t="82507" x="2063750" y="4694238"/>
          <p14:tracePt t="82523" x="2282825" y="4867275"/>
          <p14:tracePt t="82540" x="2401888" y="4913313"/>
          <p14:tracePt t="82557" x="2676525" y="4922838"/>
          <p14:tracePt t="82574" x="2968625" y="4730750"/>
          <p14:tracePt t="82590" x="3168650" y="4492625"/>
          <p14:tracePt t="82607" x="3616325" y="3881438"/>
          <p14:tracePt t="82624" x="3871913" y="3443288"/>
          <p14:tracePt t="82640" x="3990975" y="3168650"/>
          <p14:tracePt t="82657" x="4044950" y="2903538"/>
          <p14:tracePt t="82674" x="4044950" y="2813050"/>
          <p14:tracePt t="82674" x="4027488" y="2720975"/>
          <p14:tracePt t="82690" x="3963988" y="2620963"/>
          <p14:tracePt t="82707" x="3735388" y="2455863"/>
          <p14:tracePt t="82724" x="3570288" y="2401888"/>
          <p14:tracePt t="82740" x="3168650" y="2382838"/>
          <p14:tracePt t="82757" x="2867025" y="2474913"/>
          <p14:tracePt t="82774" x="2713038" y="2565400"/>
          <p14:tracePt t="82790" x="2474913" y="2794000"/>
          <p14:tracePt t="82807" x="2309813" y="3032125"/>
          <p14:tracePt t="82824" x="2236788" y="3132138"/>
          <p14:tracePt t="82840" x="2173288" y="3260725"/>
          <p14:tracePt t="82857" x="2155825" y="3305175"/>
          <p14:tracePt t="82874" x="2146300" y="3370263"/>
          <p14:tracePt t="82891" x="2127250" y="3406775"/>
          <p14:tracePt t="82907" x="2119313" y="3414713"/>
          <p14:tracePt t="82924" x="2119313" y="3433763"/>
          <p14:tracePt t="82950" x="2109788" y="3443288"/>
          <p14:tracePt t="82981" x="2109788" y="3451225"/>
          <p14:tracePt t="83062" x="2109788" y="3460750"/>
          <p14:tracePt t="83124" x="2109788" y="3470275"/>
          <p14:tracePt t="83134" x="2100263" y="3487738"/>
          <p14:tracePt t="83146" x="2100263" y="3506788"/>
          <p14:tracePt t="83157" x="2090738" y="3552825"/>
          <p14:tracePt t="83174" x="2090738" y="3589338"/>
          <p14:tracePt t="83191" x="2082800" y="3706813"/>
          <p14:tracePt t="83208" x="2063750" y="3852863"/>
          <p14:tracePt t="83224" x="2063750" y="3908425"/>
          <p14:tracePt t="83241" x="2063750" y="3990975"/>
          <p14:tracePt t="83258" x="2082800" y="4073525"/>
          <p14:tracePt t="83274" x="2100263" y="4110038"/>
          <p14:tracePt t="83291" x="2136775" y="4173538"/>
          <p14:tracePt t="83308" x="2200275" y="4219575"/>
          <p14:tracePt t="83324" x="2219325" y="4246563"/>
          <p14:tracePt t="83341" x="2273300" y="4264025"/>
          <p14:tracePt t="83358" x="2301875" y="4273550"/>
          <p14:tracePt t="83358" x="2309813" y="4283075"/>
          <p14:tracePt t="83374" x="2338388" y="4283075"/>
          <p14:tracePt t="83391" x="2346325" y="4283075"/>
          <p14:tracePt t="83408" x="2365375" y="4283075"/>
          <p14:tracePt t="83425" x="2374900" y="4283075"/>
          <p14:tracePt t="83441" x="2382838" y="4283075"/>
          <p14:tracePt t="83470" x="2392363" y="4283075"/>
          <p14:tracePt t="83532" x="2401888" y="4283075"/>
          <p14:tracePt t="84635" x="2411413" y="4283075"/>
          <p14:tracePt t="84646" x="2438400" y="4283075"/>
          <p14:tracePt t="84656" x="2484438" y="4256088"/>
          <p14:tracePt t="84666" x="2684463" y="4137025"/>
          <p14:tracePt t="84677" x="2959100" y="3908425"/>
          <p14:tracePt t="84692" x="3443288" y="3570288"/>
          <p14:tracePt t="84709" x="4667250" y="2820988"/>
          <p14:tracePt t="84725" x="5151438" y="2492375"/>
          <p14:tracePt t="84742" x="6137275" y="2100263"/>
          <p14:tracePt t="84759" x="6621463" y="1981200"/>
          <p14:tracePt t="84776" x="6804025" y="1954213"/>
          <p14:tracePt t="84792" x="6931025" y="1954213"/>
          <p14:tracePt t="84809" x="6967538" y="1944688"/>
          <p14:tracePt t="84809" x="6996113" y="1935163"/>
          <p14:tracePt t="84826" x="7023100" y="1908175"/>
          <p14:tracePt t="84842" x="7086600" y="1871663"/>
          <p14:tracePt t="84859" x="7132638" y="1835150"/>
          <p14:tracePt t="84860" x="7169150" y="1808163"/>
          <p14:tracePt t="84876" x="7215188" y="1771650"/>
          <p14:tracePt t="84892" x="7278688" y="1708150"/>
          <p14:tracePt t="84909" x="7288213" y="1698625"/>
          <p14:tracePt t="84910" x="7305675" y="1689100"/>
          <p14:tracePt t="84926" x="7305675" y="1679575"/>
          <p14:tracePt t="84942" x="7305675" y="1671638"/>
          <p14:tracePt t="84959" x="7315200" y="1652588"/>
          <p14:tracePt t="84976" x="7351713" y="1589088"/>
          <p14:tracePt t="84992" x="7378700" y="1506538"/>
          <p14:tracePt t="85009" x="7397750" y="1460500"/>
          <p14:tracePt t="85026" x="7424738" y="1379538"/>
          <p14:tracePt t="85043" x="7434263" y="1333500"/>
          <p14:tracePt t="85059" x="7480300" y="1123950"/>
          <p14:tracePt t="85076" x="7534275" y="931863"/>
          <p14:tracePt t="85093" x="7543800" y="895350"/>
          <p14:tracePt t="85109" x="7580313" y="812800"/>
          <p14:tracePt t="85126" x="7597775" y="793750"/>
          <p14:tracePt t="85143" x="7597775" y="785813"/>
          <p14:tracePt t="85159" x="7616825" y="757238"/>
          <p14:tracePt t="85176" x="7626350" y="749300"/>
          <p14:tracePt t="85177" x="7634288" y="739775"/>
          <p14:tracePt t="85193" x="7662863" y="720725"/>
          <p14:tracePt t="85209" x="7735888" y="693738"/>
          <p14:tracePt t="85226" x="7780338" y="666750"/>
          <p14:tracePt t="85227" x="7826375" y="647700"/>
          <p14:tracePt t="85243" x="7862888" y="639763"/>
          <p14:tracePt t="89198" x="8639175" y="757238"/>
          <p14:tracePt t="89207" x="9324975" y="1087438"/>
          <p14:tracePt t="89219" x="9790113" y="1306513"/>
          <p14:tracePt t="89230" x="10510838" y="1635125"/>
          <p14:tracePt t="89247" x="11790363" y="2309813"/>
          <p14:tracePt t="89263" x="12128500" y="25654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EC2FB-1183-C0A4-018F-868E31BA9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2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633"/>
    </mc:Choice>
    <mc:Fallback xmlns="">
      <p:transition spd="slow" advTm="68633"/>
    </mc:Fallback>
  </mc:AlternateContent>
  <p:extLst>
    <p:ext uri="{3A86A75C-4F4B-4683-9AE1-C65F6400EC91}">
      <p14:laserTraceLst xmlns:p14="http://schemas.microsoft.com/office/powerpoint/2010/main">
        <p14:tracePtLst>
          <p14:tracePt t="2538" x="11607800" y="3178175"/>
          <p14:tracePt t="2547" x="11279188" y="3114675"/>
          <p14:tracePt t="2558" x="10812463" y="3041650"/>
          <p14:tracePt t="2568" x="10456863" y="3005138"/>
          <p14:tracePt t="2584" x="9899650" y="2976563"/>
          <p14:tracePt t="2601" x="9296400" y="2976563"/>
          <p14:tracePt t="2617" x="9113838" y="2976563"/>
          <p14:tracePt t="2634" x="8721725" y="2986088"/>
          <p14:tracePt t="2651" x="8402638" y="3068638"/>
          <p14:tracePt t="2667" x="8228013" y="3168650"/>
          <p14:tracePt t="2684" x="8008938" y="3314700"/>
          <p14:tracePt t="2701" x="7926388" y="3370263"/>
          <p14:tracePt t="2701" x="7862888" y="3424238"/>
          <p14:tracePt t="2717" x="7835900" y="3443288"/>
          <p14:tracePt t="2956" x="7808913" y="3433763"/>
          <p14:tracePt t="2967" x="7762875" y="3387725"/>
          <p14:tracePt t="2977" x="7470775" y="3151188"/>
          <p14:tracePt t="2989" x="7050088" y="2776538"/>
          <p14:tracePt t="3001" x="6337300" y="2236788"/>
          <p14:tracePt t="3018" x="4557713" y="1050925"/>
          <p14:tracePt t="3035" x="3871913" y="720725"/>
          <p14:tracePt t="3051" x="2200275" y="109538"/>
          <p14:tracePt t="3068" x="1068388" y="26988"/>
          <p14:tracePt t="3084" x="684213" y="63500"/>
          <p14:tracePt t="3101" x="355600" y="201613"/>
          <p14:tracePt t="3118" x="274638" y="301625"/>
          <p14:tracePt t="3134" x="155575" y="547688"/>
          <p14:tracePt t="3151" x="155575" y="757238"/>
          <p14:tracePt t="3168" x="192088" y="849313"/>
          <p14:tracePt t="3184" x="365125" y="1058863"/>
          <p14:tracePt t="3201" x="657225" y="1260475"/>
          <p14:tracePt t="3218" x="868363" y="1323975"/>
          <p14:tracePt t="3234" x="1077913" y="1370013"/>
          <p14:tracePt t="3251" x="1187450" y="1370013"/>
          <p14:tracePt t="3268" x="1479550" y="1223963"/>
          <p14:tracePt t="3285" x="1762125" y="985838"/>
          <p14:tracePt t="3301" x="1863725" y="903288"/>
          <p14:tracePt t="3318" x="1963738" y="703263"/>
          <p14:tracePt t="3335" x="1973263" y="584200"/>
          <p14:tracePt t="3351" x="1963738" y="538163"/>
          <p14:tracePt t="3368" x="1681163" y="392113"/>
          <p14:tracePt t="3385" x="1370013" y="392113"/>
          <p14:tracePt t="3401" x="693738" y="530225"/>
          <p14:tracePt t="3418" x="274638" y="839788"/>
          <p14:tracePt t="3436" x="136525" y="958850"/>
          <p14:tracePt t="3437" x="0" y="1141413"/>
          <p14:tracePt t="3518" x="465138" y="2538413"/>
          <p14:tracePt t="3528" x="803275" y="2620963"/>
          <p14:tracePt t="3539" x="1360488" y="2647950"/>
          <p14:tracePt t="3551" x="1635125" y="2667000"/>
          <p14:tracePt t="3568" x="2046288" y="2667000"/>
          <p14:tracePt t="3569" x="2192338" y="2667000"/>
          <p14:tracePt t="3585" x="2374900" y="2667000"/>
          <p14:tracePt t="3602" x="2511425" y="2620963"/>
          <p14:tracePt t="3618" x="2557463" y="2601913"/>
          <p14:tracePt t="3635" x="2584450" y="2557463"/>
          <p14:tracePt t="3652" x="2593975" y="2501900"/>
          <p14:tracePt t="3668" x="2593975" y="2484438"/>
          <p14:tracePt t="3685" x="2593975" y="2465388"/>
          <p14:tracePt t="3702" x="2593975" y="2447925"/>
          <p14:tracePt t="3743" x="2593975" y="2438400"/>
          <p14:tracePt t="3783" x="2593975" y="2428875"/>
          <p14:tracePt t="3875" x="2593975" y="2419350"/>
          <p14:tracePt t="4763" x="2584450" y="2411413"/>
          <p14:tracePt t="4774" x="2557463" y="2401888"/>
          <p14:tracePt t="4784" x="2538413" y="2401888"/>
          <p14:tracePt t="4794" x="2493963" y="2392363"/>
          <p14:tracePt t="4804" x="2457450" y="2392363"/>
          <p14:tracePt t="4820" x="2374900" y="2392363"/>
          <p14:tracePt t="4836" x="2255838" y="2401888"/>
          <p14:tracePt t="4853" x="2228850" y="2419350"/>
          <p14:tracePt t="4870" x="2155825" y="2484438"/>
          <p14:tracePt t="4886" x="2127250" y="2557463"/>
          <p14:tracePt t="4903" x="2127250" y="2584450"/>
          <p14:tracePt t="4920" x="2136775" y="2630488"/>
          <p14:tracePt t="4936" x="2173288" y="2657475"/>
          <p14:tracePt t="4953" x="2365375" y="2693988"/>
          <p14:tracePt t="4970" x="2720975" y="2638425"/>
          <p14:tracePt t="4986" x="3095625" y="2528888"/>
          <p14:tracePt t="5003" x="3360738" y="2382838"/>
          <p14:tracePt t="5020" x="3460750" y="2309813"/>
          <p14:tracePt t="5036" x="3489325" y="2282825"/>
          <p14:tracePt t="5053" x="3506788" y="2236788"/>
          <p14:tracePt t="5070" x="3506788" y="2209800"/>
          <p14:tracePt t="5070" x="3506788" y="2182813"/>
          <p14:tracePt t="5086" x="3497263" y="2136775"/>
          <p14:tracePt t="5103" x="3314700" y="2027238"/>
          <p14:tracePt t="5120" x="3195638" y="2000250"/>
          <p14:tracePt t="5136" x="2940050" y="1981200"/>
          <p14:tracePt t="5153" x="2620963" y="2082800"/>
          <p14:tracePt t="5170" x="2457450" y="2136775"/>
          <p14:tracePt t="5186" x="2236788" y="2273300"/>
          <p14:tracePt t="5203" x="2090738" y="2411413"/>
          <p14:tracePt t="5220" x="2054225" y="2438400"/>
          <p14:tracePt t="5237" x="2000250" y="2528888"/>
          <p14:tracePt t="5254" x="1981200" y="2584450"/>
          <p14:tracePt t="5270" x="1981200" y="2593975"/>
          <p14:tracePt t="5287" x="1981200" y="2601913"/>
          <p14:tracePt t="5303" x="1981200" y="2611438"/>
          <p14:tracePt t="5304" x="1981200" y="2620963"/>
          <p14:tracePt t="5325" x="1981200" y="2630488"/>
          <p14:tracePt t="5346" x="1981200" y="2638425"/>
          <p14:tracePt t="5376" x="1981200" y="2647950"/>
          <p14:tracePt t="7020" x="1990725" y="2647950"/>
          <p14:tracePt t="7061" x="2000250" y="2647950"/>
          <p14:tracePt t="7072" x="2009775" y="2647950"/>
          <p14:tracePt t="7082" x="2017713" y="2647950"/>
          <p14:tracePt t="7093" x="2036763" y="2647950"/>
          <p14:tracePt t="7105" x="2046288" y="2647950"/>
          <p14:tracePt t="7122" x="2063750" y="2647950"/>
          <p14:tracePt t="7139" x="2100263" y="2647950"/>
          <p14:tracePt t="7155" x="2119313" y="2647950"/>
          <p14:tracePt t="7172" x="2136775" y="2647950"/>
          <p14:tracePt t="7189" x="2146300" y="2647950"/>
          <p14:tracePt t="7205" x="2163763" y="2647950"/>
          <p14:tracePt t="7222" x="2173288" y="2638425"/>
          <p14:tracePt t="7239" x="2182813" y="2638425"/>
          <p14:tracePt t="7255" x="2192338" y="2638425"/>
          <p14:tracePt t="7276" x="2200275" y="2630488"/>
          <p14:tracePt t="9626" x="2209800" y="2620963"/>
          <p14:tracePt t="9636" x="2219325" y="2611438"/>
          <p14:tracePt t="9647" x="2236788" y="2593975"/>
          <p14:tracePt t="9658" x="2265363" y="2574925"/>
          <p14:tracePt t="9674" x="2309813" y="2538413"/>
          <p14:tracePt t="9691" x="2392363" y="2484438"/>
          <p14:tracePt t="9707" x="2438400" y="2455863"/>
          <p14:tracePt t="9724" x="2447925" y="2428875"/>
          <p14:tracePt t="9741" x="2493963" y="2365375"/>
          <p14:tracePt t="9758" x="2511425" y="2292350"/>
          <p14:tracePt t="9774" x="2520950" y="2246313"/>
          <p14:tracePt t="9791" x="2520950" y="2182813"/>
          <p14:tracePt t="9808" x="2520950" y="2155825"/>
          <p14:tracePt t="9824" x="2465388" y="2100263"/>
          <p14:tracePt t="9841" x="2200275" y="1990725"/>
          <p14:tracePt t="9858" x="2073275" y="1981200"/>
          <p14:tracePt t="9874" x="1871663" y="1981200"/>
          <p14:tracePt t="9891" x="1790700" y="2000250"/>
          <p14:tracePt t="9892" x="1717675" y="2009775"/>
          <p14:tracePt t="9908" x="1671638" y="2046288"/>
          <p14:tracePt t="9924" x="1606550" y="2082800"/>
          <p14:tracePt t="9941" x="1589088" y="2119313"/>
          <p14:tracePt t="9942" x="1570038" y="2146300"/>
          <p14:tracePt t="9958" x="1562100" y="2192338"/>
          <p14:tracePt t="9975" x="1562100" y="2292350"/>
          <p14:tracePt t="9991" x="1570038" y="2319338"/>
          <p14:tracePt t="10008" x="1671638" y="2401888"/>
          <p14:tracePt t="10025" x="1881188" y="2474913"/>
          <p14:tracePt t="10041" x="2027238" y="2474913"/>
          <p14:tracePt t="10058" x="2255838" y="2438400"/>
          <p14:tracePt t="10075" x="2319338" y="2401888"/>
          <p14:tracePt t="10075" x="2365375" y="2346325"/>
          <p14:tracePt t="10091" x="2392363" y="2328863"/>
          <p14:tracePt t="10108" x="2428875" y="2292350"/>
          <p14:tracePt t="10125" x="2438400" y="2273300"/>
          <p14:tracePt t="10141" x="2438400" y="2236788"/>
          <p14:tracePt t="10158" x="2438400" y="2200275"/>
          <p14:tracePt t="10175" x="2438400" y="2182813"/>
          <p14:tracePt t="10192" x="2382838" y="2146300"/>
          <p14:tracePt t="10208" x="2328863" y="2127250"/>
          <p14:tracePt t="10225" x="2301875" y="2119313"/>
          <p14:tracePt t="10242" x="2273300" y="2119313"/>
          <p14:tracePt t="10258" x="2236788" y="2119313"/>
          <p14:tracePt t="10275" x="2228850" y="2119313"/>
          <p14:tracePt t="10292" x="2219325" y="2119313"/>
          <p14:tracePt t="10308" x="2209800" y="2119313"/>
          <p14:tracePt t="10325" x="2200275" y="2119313"/>
          <p14:tracePt t="10423" x="2192338" y="2119313"/>
          <p14:tracePt t="12087" x="2192338" y="2109788"/>
          <p14:tracePt t="12108" x="2200275" y="2100263"/>
          <p14:tracePt t="12117" x="2219325" y="2100263"/>
          <p14:tracePt t="12128" x="2228850" y="2100263"/>
          <p14:tracePt t="12138" x="2246313" y="2090738"/>
          <p14:tracePt t="12149" x="2265363" y="2090738"/>
          <p14:tracePt t="12160" x="2273300" y="2090738"/>
          <p14:tracePt t="12177" x="2282825" y="2090738"/>
          <p14:tracePt t="12193" x="2292350" y="2090738"/>
          <p14:tracePt t="12220" x="2301875" y="2090738"/>
          <p14:tracePt t="12231" x="2309813" y="2090738"/>
          <p14:tracePt t="12243" x="2328863" y="2090738"/>
          <p14:tracePt t="12260" x="2355850" y="2127250"/>
          <p14:tracePt t="12277" x="2365375" y="2155825"/>
          <p14:tracePt t="12294" x="2382838" y="2219325"/>
          <p14:tracePt t="12310" x="2401888" y="2265363"/>
          <p14:tracePt t="12327" x="2401888" y="2374900"/>
          <p14:tracePt t="12344" x="2392363" y="2630488"/>
          <p14:tracePt t="12360" x="2365375" y="2794000"/>
          <p14:tracePt t="12377" x="2309813" y="3041650"/>
          <p14:tracePt t="12393" x="2163763" y="3387725"/>
          <p14:tracePt t="12410" x="2119313" y="3524250"/>
          <p14:tracePt t="12427" x="2017713" y="3735388"/>
          <p14:tracePt t="12444" x="1963738" y="3816350"/>
          <p14:tracePt t="12460" x="1936750" y="3881438"/>
          <p14:tracePt t="12477" x="1927225" y="3898900"/>
          <p14:tracePt t="12494" x="1917700" y="3908425"/>
          <p14:tracePt t="12510" x="1917700" y="3917950"/>
          <p14:tracePt t="12527" x="1908175" y="3927475"/>
          <p14:tracePt t="12548" x="1900238" y="3927475"/>
          <p14:tracePt t="12598" x="1890713" y="3927475"/>
          <p14:tracePt t="12608" x="1881188" y="3927475"/>
          <p14:tracePt t="12618" x="1871663" y="3927475"/>
          <p14:tracePt t="12628" x="1854200" y="3927475"/>
          <p14:tracePt t="12644" x="1844675" y="3917950"/>
          <p14:tracePt t="12661" x="1798638" y="3889375"/>
          <p14:tracePt t="12677" x="1771650" y="3871913"/>
          <p14:tracePt t="12694" x="1689100" y="3852863"/>
          <p14:tracePt t="12711" x="1625600" y="3852863"/>
          <p14:tracePt t="12727" x="1606550" y="3852863"/>
          <p14:tracePt t="12744" x="1589088" y="3852863"/>
          <p14:tracePt t="12761" x="1579563" y="3898900"/>
          <p14:tracePt t="12777" x="1579563" y="3927475"/>
          <p14:tracePt t="12794" x="1635125" y="3981450"/>
          <p14:tracePt t="12811" x="1681163" y="4000500"/>
          <p14:tracePt t="12827" x="1973263" y="4037013"/>
          <p14:tracePt t="12844" x="2630488" y="3871913"/>
          <p14:tracePt t="12861" x="3013075" y="3706813"/>
          <p14:tracePt t="12877" x="3789363" y="3387725"/>
          <p14:tracePt t="12894" x="4110038" y="3305175"/>
          <p14:tracePt t="12911" x="4237038" y="3297238"/>
          <p14:tracePt t="12928" x="4329113" y="3278188"/>
          <p14:tracePt t="12944" x="4356100" y="3278188"/>
          <p14:tracePt t="12945" x="4365625" y="3278188"/>
          <p14:tracePt t="12961" x="4383088" y="3278188"/>
          <p14:tracePt t="12978" x="4392613" y="3278188"/>
          <p14:tracePt t="12996" x="4402138" y="3278188"/>
          <p14:tracePt t="13057" x="4402138" y="3268663"/>
          <p14:tracePt t="13068" x="4375150" y="3268663"/>
          <p14:tracePt t="13077" x="4356100" y="3260725"/>
          <p14:tracePt t="13088" x="4338638" y="3260725"/>
          <p14:tracePt t="13099" x="4338638" y="3251200"/>
          <p14:tracePt t="13111" x="4329113" y="3241675"/>
          <p14:tracePt t="13128" x="4310063" y="3241675"/>
          <p14:tracePt t="13144" x="4292600" y="3232150"/>
          <p14:tracePt t="13161" x="4265613" y="3232150"/>
          <p14:tracePt t="13178" x="4237038" y="3232150"/>
          <p14:tracePt t="13179" x="4210050" y="3232150"/>
          <p14:tracePt t="13194" x="4164013" y="3232150"/>
          <p14:tracePt t="13211" x="4090988" y="3278188"/>
          <p14:tracePt t="13228" x="4044950" y="3297238"/>
          <p14:tracePt t="13244" x="4000500" y="3341688"/>
          <p14:tracePt t="13261" x="3971925" y="3351213"/>
          <p14:tracePt t="13262" x="3944938" y="3360738"/>
          <p14:tracePt t="13278" x="3927475" y="3378200"/>
          <p14:tracePt t="13295" x="3890963" y="3406775"/>
          <p14:tracePt t="13311" x="3871913" y="3424238"/>
          <p14:tracePt t="13328" x="3844925" y="3443288"/>
          <p14:tracePt t="13344" x="3825875" y="3460750"/>
          <p14:tracePt t="13361" x="3825875" y="3470275"/>
          <p14:tracePt t="13378" x="3817938" y="3470275"/>
          <p14:tracePt t="13424" x="3808413" y="3479800"/>
          <p14:tracePt t="13445" x="3798888" y="3497263"/>
          <p14:tracePt t="13467" x="3798888" y="3506788"/>
          <p14:tracePt t="13476" x="3789363" y="3516313"/>
          <p14:tracePt t="13486" x="3789363" y="3524250"/>
          <p14:tracePt t="13507" x="3789363" y="3533775"/>
          <p14:tracePt t="13527" x="3781425" y="3533775"/>
          <p14:tracePt t="13599" x="3771900" y="3543300"/>
          <p14:tracePt t="13608" x="3771900" y="3552825"/>
          <p14:tracePt t="13619" x="3771900" y="3560763"/>
          <p14:tracePt t="13640" x="3771900" y="3570288"/>
          <p14:tracePt t="13680" x="3771900" y="3579813"/>
          <p14:tracePt t="13691" x="3762375" y="3579813"/>
          <p14:tracePt t="13731" x="3762375" y="3589338"/>
          <p14:tracePt t="14180" x="3825875" y="3543300"/>
          <p14:tracePt t="14191" x="4090988" y="3333750"/>
          <p14:tracePt t="14201" x="4757738" y="2913063"/>
          <p14:tracePt t="14212" x="5141913" y="2574925"/>
          <p14:tracePt t="14229" x="5772150" y="2192338"/>
          <p14:tracePt t="14245" x="6529388" y="1635125"/>
          <p14:tracePt t="14263" x="6886575" y="1360488"/>
          <p14:tracePt t="14279" x="7004050" y="1270000"/>
          <p14:tracePt t="14296" x="7205663" y="1141413"/>
          <p14:tracePt t="14313" x="7315200" y="1087438"/>
          <p14:tracePt t="14313" x="7397750" y="1058863"/>
          <p14:tracePt t="14329" x="7480300" y="1014413"/>
          <p14:tracePt t="14345" x="7580313" y="995363"/>
          <p14:tracePt t="14362" x="7607300" y="985838"/>
          <p14:tracePt t="14379" x="7670800" y="976313"/>
          <p14:tracePt t="14396" x="7707313" y="968375"/>
          <p14:tracePt t="14412" x="7716838" y="968375"/>
          <p14:tracePt t="14429" x="7772400" y="949325"/>
          <p14:tracePt t="14446" x="7808913" y="939800"/>
          <p14:tracePt t="14462" x="7826375" y="931863"/>
          <p14:tracePt t="14479" x="7845425" y="931863"/>
          <p14:tracePt t="14496" x="7853363" y="931863"/>
          <p14:tracePt t="14518" x="7853363" y="922338"/>
          <p14:tracePt t="14538" x="7862888" y="922338"/>
          <p14:tracePt t="14550" x="7872413" y="912813"/>
          <p14:tracePt t="14562" x="7889875" y="903288"/>
          <p14:tracePt t="14579" x="7945438" y="839788"/>
          <p14:tracePt t="14596" x="7991475" y="803275"/>
          <p14:tracePt t="14612" x="8054975" y="739775"/>
          <p14:tracePt t="14630" x="8137525" y="657225"/>
          <p14:tracePt t="14646" x="8164513" y="639763"/>
          <p14:tracePt t="27123" x="7716838" y="885825"/>
          <p14:tracePt t="27132" x="7497763" y="1131888"/>
          <p14:tracePt t="27142" x="7232650" y="1443038"/>
          <p14:tracePt t="27158" x="6923088" y="1954213"/>
          <p14:tracePt t="27175" x="6429375" y="2894013"/>
          <p14:tracePt t="27192" x="6237288" y="3324225"/>
          <p14:tracePt t="27208" x="6064250" y="4292600"/>
          <p14:tracePt t="27225" x="6045200" y="5022850"/>
          <p14:tracePt t="27242" x="6064250" y="5205413"/>
          <p14:tracePt t="27258" x="6154738" y="5451475"/>
          <p14:tracePt t="27275" x="6264275" y="5551488"/>
          <p14:tracePt t="27292" x="6402388" y="5588000"/>
          <p14:tracePt t="27308" x="6986588" y="5487988"/>
          <p14:tracePt t="27325" x="7543800" y="5113338"/>
          <p14:tracePt t="27342" x="8520113" y="4337050"/>
          <p14:tracePt t="27358" x="8840788" y="3971925"/>
          <p14:tracePt t="27375" x="8967788" y="3752850"/>
          <p14:tracePt t="27391" x="9069388" y="3378200"/>
          <p14:tracePt t="27408" x="9032875" y="3114675"/>
          <p14:tracePt t="27425" x="8940800" y="2959100"/>
          <p14:tracePt t="27441" x="8585200" y="2574925"/>
          <p14:tracePt t="27458" x="8429625" y="2474913"/>
          <p14:tracePt t="27475" x="8008938" y="2319338"/>
          <p14:tracePt t="27492" x="7553325" y="2319338"/>
          <p14:tracePt t="27508" x="7407275" y="2382838"/>
          <p14:tracePt t="27525" x="7150100" y="2574925"/>
          <p14:tracePt t="27542" x="6959600" y="2830513"/>
          <p14:tracePt t="27559" x="6858000" y="3032125"/>
          <p14:tracePt t="27575" x="6813550" y="3324225"/>
          <p14:tracePt t="27592" x="6813550" y="3424238"/>
          <p14:tracePt t="27592" x="6821488" y="3479800"/>
          <p14:tracePt t="27609" x="6894513" y="3552825"/>
          <p14:tracePt t="27625" x="7288213" y="3643313"/>
          <p14:tracePt t="27642" x="7488238" y="3662363"/>
          <p14:tracePt t="27659" x="7991475" y="3597275"/>
          <p14:tracePt t="27675" x="8420100" y="3370263"/>
          <p14:tracePt t="27692" x="8575675" y="3260725"/>
          <p14:tracePt t="27709" x="8702675" y="3095625"/>
          <p14:tracePt t="27725" x="8775700" y="2949575"/>
          <p14:tracePt t="27742" x="8775700" y="2857500"/>
          <p14:tracePt t="27759" x="8775700" y="2711450"/>
          <p14:tracePt t="27776" x="8685213" y="2593975"/>
          <p14:tracePt t="27792" x="8566150" y="2511425"/>
          <p14:tracePt t="27809" x="8393113" y="2428875"/>
          <p14:tracePt t="27825" x="8310563" y="2411413"/>
          <p14:tracePt t="27826" x="8201025" y="2411413"/>
          <p14:tracePt t="27842" x="8128000" y="2411413"/>
          <p14:tracePt t="27859" x="7981950" y="2455863"/>
          <p14:tracePt t="27875" x="7926388" y="2474913"/>
          <p14:tracePt t="27892" x="7845425" y="2547938"/>
          <p14:tracePt t="27909" x="7826375" y="2574925"/>
          <p14:tracePt t="27910" x="7808913" y="2593975"/>
          <p14:tracePt t="27926" x="7772400" y="2630488"/>
          <p14:tracePt t="27942" x="7753350" y="2674938"/>
          <p14:tracePt t="27959" x="7743825" y="2693988"/>
          <p14:tracePt t="27960" x="7735888" y="2703513"/>
          <p14:tracePt t="27976" x="7735888" y="2711450"/>
          <p14:tracePt t="27992" x="7726363" y="2720975"/>
          <p14:tracePt t="28009" x="7726363" y="2730500"/>
          <p14:tracePt t="32105" x="7699375" y="2740025"/>
          <p14:tracePt t="32115" x="7670800" y="2767013"/>
          <p14:tracePt t="32125" x="7616825" y="2794000"/>
          <p14:tracePt t="32137" x="7543800" y="2849563"/>
          <p14:tracePt t="32147" x="7443788" y="2940050"/>
          <p14:tracePt t="32163" x="7378700" y="2995613"/>
          <p14:tracePt t="32180" x="7259638" y="3095625"/>
          <p14:tracePt t="32197" x="7169150" y="3224213"/>
          <p14:tracePt t="32213" x="7132638" y="3324225"/>
          <p14:tracePt t="32230" x="7105650" y="3470275"/>
          <p14:tracePt t="32246" x="7105650" y="3516313"/>
          <p14:tracePt t="32263" x="7105650" y="3589338"/>
          <p14:tracePt t="32280" x="7113588" y="3633788"/>
          <p14:tracePt t="32296" x="7123113" y="3652838"/>
          <p14:tracePt t="32313" x="7169150" y="3679825"/>
          <p14:tracePt t="32330" x="7361238" y="3716338"/>
          <p14:tracePt t="32347" x="7451725" y="3716338"/>
          <p14:tracePt t="32363" x="7643813" y="3698875"/>
          <p14:tracePt t="32380" x="7799388" y="3633788"/>
          <p14:tracePt t="32397" x="7845425" y="3616325"/>
          <p14:tracePt t="32413" x="7881938" y="3589338"/>
          <p14:tracePt t="32430" x="7899400" y="3589338"/>
          <p14:tracePt t="32447" x="7908925" y="3579813"/>
          <p14:tracePt t="32463" x="7918450" y="3579813"/>
          <p14:tracePt t="32494" x="7926388" y="3579813"/>
          <p14:tracePt t="32738" x="7926388" y="3570288"/>
          <p14:tracePt t="32748" x="7935913" y="3570288"/>
          <p14:tracePt t="32759" x="7945438" y="3560763"/>
          <p14:tracePt t="32769" x="7962900" y="3543300"/>
          <p14:tracePt t="32780" x="7962900" y="3533775"/>
          <p14:tracePt t="32797" x="7991475" y="3516313"/>
          <p14:tracePt t="32814" x="8072438" y="3460750"/>
          <p14:tracePt t="32831" x="8301038" y="3360738"/>
          <p14:tracePt t="32847" x="8483600" y="3314700"/>
          <p14:tracePt t="32864" x="8885238" y="3232150"/>
          <p14:tracePt t="32881" x="9050338" y="3224213"/>
          <p14:tracePt t="32881" x="9251950" y="3205163"/>
          <p14:tracePt t="32897" x="9361488" y="3205163"/>
          <p14:tracePt t="32914" x="9515475" y="3195638"/>
          <p14:tracePt t="32930" x="9544050" y="3195638"/>
          <p14:tracePt t="32947" x="9580563" y="3195638"/>
          <p14:tracePt t="32964" x="9588500" y="3195638"/>
          <p14:tracePt t="32980" x="9598025" y="3195638"/>
          <p14:tracePt t="32997" x="9607550" y="3195638"/>
          <p14:tracePt t="33036" x="9580563" y="3195638"/>
          <p14:tracePt t="33045" x="9507538" y="3187700"/>
          <p14:tracePt t="33054" x="9342438" y="3187700"/>
          <p14:tracePt t="33064" x="9150350" y="3187700"/>
          <p14:tracePt t="33081" x="8702675" y="3214688"/>
          <p14:tracePt t="33098" x="7480300" y="3370263"/>
          <p14:tracePt t="33114" x="7040563" y="3460750"/>
          <p14:tracePt t="33131" x="6018213" y="3560763"/>
          <p14:tracePt t="33147" x="5414963" y="3579813"/>
          <p14:tracePt t="33164" x="5268913" y="3597275"/>
          <p14:tracePt t="33181" x="5195888" y="3597275"/>
          <p14:tracePt t="33198" x="5187950" y="3597275"/>
          <p14:tracePt t="33219" x="5195888" y="3597275"/>
          <p14:tracePt t="33231" x="5278438" y="3552825"/>
          <p14:tracePt t="33248" x="5981700" y="3287713"/>
          <p14:tracePt t="33264" x="6611938" y="3105150"/>
          <p14:tracePt t="33281" x="7434263" y="2995613"/>
          <p14:tracePt t="33298" x="7699375" y="2995613"/>
          <p14:tracePt t="33314" x="8183563" y="2995613"/>
          <p14:tracePt t="33331" x="8439150" y="3032125"/>
          <p14:tracePt t="33348" x="8539163" y="3041650"/>
          <p14:tracePt t="33364" x="8702675" y="3059113"/>
          <p14:tracePt t="33381" x="8775700" y="3059113"/>
          <p14:tracePt t="33398" x="8913813" y="3059113"/>
          <p14:tracePt t="33414" x="8996363" y="3059113"/>
          <p14:tracePt t="33431" x="9023350" y="3059113"/>
          <p14:tracePt t="33448" x="9059863" y="3059113"/>
          <p14:tracePt t="33464" x="9077325" y="3059113"/>
          <p14:tracePt t="33481" x="9086850" y="3059113"/>
          <p14:tracePt t="33566" x="9096375" y="3059113"/>
          <p14:tracePt t="33709" x="9105900" y="3059113"/>
          <p14:tracePt t="33739" x="9096375" y="3059113"/>
          <p14:tracePt t="33749" x="9086850" y="3059113"/>
          <p14:tracePt t="33760" x="9069388" y="3068638"/>
          <p14:tracePt t="33770" x="9032875" y="3068638"/>
          <p14:tracePt t="33782" x="9004300" y="3078163"/>
          <p14:tracePt t="33798" x="8959850" y="3086100"/>
          <p14:tracePt t="33815" x="8804275" y="3141663"/>
          <p14:tracePt t="33831" x="8539163" y="3224213"/>
          <p14:tracePt t="33848" x="8410575" y="3287713"/>
          <p14:tracePt t="33865" x="8154988" y="3387725"/>
          <p14:tracePt t="33882" x="7981950" y="3470275"/>
          <p14:tracePt t="33898" x="7926388" y="3506788"/>
          <p14:tracePt t="33915" x="7835900" y="3552825"/>
          <p14:tracePt t="33931" x="7808913" y="3589338"/>
          <p14:tracePt t="33948" x="7753350" y="3625850"/>
          <p14:tracePt t="33965" x="7743825" y="3633788"/>
          <p14:tracePt t="33982" x="7735888" y="3643313"/>
          <p14:tracePt t="33998" x="7716838" y="3652838"/>
          <p14:tracePt t="34015" x="7716838" y="3662363"/>
          <p14:tracePt t="34037" x="7707313" y="3662363"/>
          <p14:tracePt t="35138" x="7707313" y="3652838"/>
          <p14:tracePt t="35148" x="7707313" y="3633788"/>
          <p14:tracePt t="35158" x="7707313" y="3589338"/>
          <p14:tracePt t="35169" x="7716838" y="3552825"/>
          <p14:tracePt t="35183" x="7753350" y="3433763"/>
          <p14:tracePt t="35199" x="7826375" y="3151188"/>
          <p14:tracePt t="35216" x="7853363" y="3022600"/>
          <p14:tracePt t="35233" x="7908925" y="2711450"/>
          <p14:tracePt t="35250" x="7972425" y="2328863"/>
          <p14:tracePt t="35266" x="8008938" y="2146300"/>
          <p14:tracePt t="35283" x="8054975" y="1835150"/>
          <p14:tracePt t="35299" x="8081963" y="1716088"/>
          <p14:tracePt t="35316" x="8108950" y="1516063"/>
          <p14:tracePt t="35333" x="8118475" y="1416050"/>
          <p14:tracePt t="35350" x="8118475" y="1379538"/>
          <p14:tracePt t="35366" x="8128000" y="1343025"/>
          <p14:tracePt t="35383" x="8128000" y="1323975"/>
          <p14:tracePt t="35399" x="8128000" y="1314450"/>
          <p14:tracePt t="35416" x="8128000" y="1287463"/>
          <p14:tracePt t="35433" x="8128000" y="1270000"/>
          <p14:tracePt t="35450" x="8128000" y="1214438"/>
          <p14:tracePt t="35466" x="8137525" y="1114425"/>
          <p14:tracePt t="35483" x="8154988" y="1058863"/>
          <p14:tracePt t="35500" x="8174038" y="922338"/>
          <p14:tracePt t="35516" x="8191500" y="849313"/>
          <p14:tracePt t="35533" x="8191500" y="812800"/>
          <p14:tracePt t="35550" x="8201025" y="793750"/>
          <p14:tracePt t="35567" x="8201025" y="776288"/>
          <p14:tracePt t="35589" x="8201025" y="766763"/>
          <p14:tracePt t="35608" x="8201025" y="757238"/>
          <p14:tracePt t="35668" x="8201025" y="749300"/>
          <p14:tracePt t="35679" x="8210550" y="749300"/>
          <p14:tracePt t="35689" x="8210550" y="739775"/>
          <p14:tracePt t="35710" x="8210550" y="720725"/>
          <p14:tracePt t="35721" x="8210550" y="703263"/>
          <p14:tracePt t="35733" x="8210550" y="684213"/>
          <p14:tracePt t="35750" x="8210550" y="666750"/>
          <p14:tracePt t="35751" x="8210550" y="657225"/>
          <p14:tracePt t="35823" x="8201025" y="703263"/>
          <p14:tracePt t="35832" x="8164513" y="793750"/>
          <p14:tracePt t="35843" x="8081963" y="968375"/>
          <p14:tracePt t="35854" x="8027988" y="1068388"/>
          <p14:tracePt t="35867" x="7935913" y="1187450"/>
          <p14:tracePt t="35884" x="7762875" y="1387475"/>
          <p14:tracePt t="35900" x="7626350" y="1497013"/>
          <p14:tracePt t="35917" x="7424738" y="1652588"/>
          <p14:tracePt t="35933" x="7334250" y="1744663"/>
          <p14:tracePt t="35950" x="7169150" y="1908175"/>
          <p14:tracePt t="35967" x="6959600" y="2146300"/>
          <p14:tracePt t="35983" x="6840538" y="2292350"/>
          <p14:tracePt t="36000" x="6538913" y="2667000"/>
          <p14:tracePt t="36017" x="6292850" y="3122613"/>
          <p14:tracePt t="36033" x="6219825" y="3260725"/>
          <p14:tracePt t="36050" x="6127750" y="3443288"/>
          <p14:tracePt t="36067" x="6045200" y="3589338"/>
          <p14:tracePt t="36084" x="6018213" y="3643313"/>
          <p14:tracePt t="36101" x="5981700" y="3752850"/>
          <p14:tracePt t="36117" x="5964238" y="3816350"/>
          <p14:tracePt t="36118" x="5945188" y="3871913"/>
          <p14:tracePt t="36134" x="5945188" y="3917950"/>
          <p14:tracePt t="36150" x="5935663" y="3963988"/>
          <p14:tracePt t="36167" x="5927725" y="3971925"/>
          <p14:tracePt t="36184" x="5927725" y="3981450"/>
          <p14:tracePt t="36200" x="5927725" y="3944938"/>
          <p14:tracePt t="36217" x="5935663" y="3825875"/>
          <p14:tracePt t="36234" x="6008688" y="3533775"/>
          <p14:tracePt t="36251" x="6054725" y="3251200"/>
          <p14:tracePt t="36267" x="6054725" y="3214688"/>
          <p14:tracePt t="36284" x="6064250" y="3168650"/>
          <p14:tracePt t="36301" x="6073775" y="3151188"/>
          <p14:tracePt t="36301" x="6073775" y="3141663"/>
          <p14:tracePt t="36343" x="6081713" y="3141663"/>
          <p14:tracePt t="36354" x="6100763" y="3141663"/>
          <p14:tracePt t="36364" x="6127750" y="3178175"/>
          <p14:tracePt t="36373" x="6164263" y="3232150"/>
          <p14:tracePt t="36384" x="6227763" y="3341688"/>
          <p14:tracePt t="36400" x="6283325" y="3443288"/>
          <p14:tracePt t="36417" x="6402388" y="3662363"/>
          <p14:tracePt t="36434" x="6438900" y="3743325"/>
          <p14:tracePt t="36451" x="6483350" y="3808413"/>
          <p14:tracePt t="36467" x="6575425" y="3844925"/>
          <p14:tracePt t="36484" x="6667500" y="3844925"/>
          <p14:tracePt t="36500" x="6959600" y="3779838"/>
          <p14:tracePt t="36518" x="7251700" y="3652838"/>
          <p14:tracePt t="36534" x="7378700" y="3589338"/>
          <p14:tracePt t="36551" x="7597775" y="3460750"/>
          <p14:tracePt t="36568" x="7762875" y="3351213"/>
          <p14:tracePt t="36584" x="7816850" y="3287713"/>
          <p14:tracePt t="36601" x="7972425" y="3114675"/>
          <p14:tracePt t="36618" x="8035925" y="3032125"/>
          <p14:tracePt t="36618" x="8091488" y="2968625"/>
          <p14:tracePt t="36634" x="8154988" y="2913063"/>
          <p14:tracePt t="36651" x="8264525" y="2849563"/>
          <p14:tracePt t="36668" x="8310563" y="2840038"/>
          <p14:tracePt t="36684" x="8393113" y="2840038"/>
          <p14:tracePt t="36701" x="8447088" y="2840038"/>
          <p14:tracePt t="36718" x="8456613" y="2840038"/>
          <p14:tracePt t="36734" x="8475663" y="2840038"/>
          <p14:tracePt t="36751" x="8502650" y="2840038"/>
          <p14:tracePt t="36768" x="8512175" y="2840038"/>
          <p14:tracePt t="36784" x="8529638" y="2840038"/>
          <p14:tracePt t="36813" x="8539163" y="2840038"/>
          <p14:tracePt t="36864" x="8548688" y="2840038"/>
          <p14:tracePt t="36885" x="8548688" y="2849563"/>
          <p14:tracePt t="36925" x="8556625" y="2849563"/>
          <p14:tracePt t="37231" x="8575675" y="2849563"/>
          <p14:tracePt t="37242" x="8593138" y="2849563"/>
          <p14:tracePt t="37252" x="8612188" y="2830513"/>
          <p14:tracePt t="37263" x="8648700" y="2794000"/>
          <p14:tracePt t="37273" x="8694738" y="2747963"/>
          <p14:tracePt t="37285" x="8748713" y="2684463"/>
          <p14:tracePt t="37302" x="8804275" y="2611438"/>
          <p14:tracePt t="37302" x="8858250" y="2511425"/>
          <p14:tracePt t="37318" x="8913813" y="2419350"/>
          <p14:tracePt t="37335" x="9004300" y="2163763"/>
          <p14:tracePt t="37351" x="9032875" y="2017713"/>
          <p14:tracePt t="37368" x="9040813" y="1744663"/>
          <p14:tracePt t="37385" x="9023350" y="1525588"/>
          <p14:tracePt t="37401" x="9013825" y="1406525"/>
          <p14:tracePt t="37418" x="8921750" y="1141413"/>
          <p14:tracePt t="37435" x="8877300" y="995363"/>
          <p14:tracePt t="37451" x="8794750" y="785813"/>
          <p14:tracePt t="37468" x="8739188" y="657225"/>
          <p14:tracePt t="37485" x="8721725" y="611188"/>
          <p14:tracePt t="37502" x="8675688" y="547688"/>
          <p14:tracePt t="37518" x="8648700" y="501650"/>
          <p14:tracePt t="37535" x="8639175" y="484188"/>
          <p14:tracePt t="37552" x="8602663" y="447675"/>
          <p14:tracePt t="37568" x="8575675" y="420688"/>
          <p14:tracePt t="37585" x="8556625" y="411163"/>
          <p14:tracePt t="37602" x="8502650" y="374650"/>
          <p14:tracePt t="37618" x="8475663" y="365125"/>
          <p14:tracePt t="37619" x="8456613" y="365125"/>
          <p14:tracePt t="37635" x="8439150" y="355600"/>
          <p14:tracePt t="37652" x="8402638" y="347663"/>
          <p14:tracePt t="40275" x="8064500" y="776288"/>
          <p14:tracePt t="40285" x="7945438" y="1014413"/>
          <p14:tracePt t="40294" x="7753350" y="1479550"/>
          <p14:tracePt t="40305" x="7626350" y="1825625"/>
          <p14:tracePt t="40321" x="7497763" y="2338388"/>
          <p14:tracePt t="40338" x="7388225" y="2876550"/>
          <p14:tracePt t="40354" x="7388225" y="3078163"/>
          <p14:tracePt t="40371" x="7361238" y="3487738"/>
          <p14:tracePt t="40388" x="7361238" y="3706813"/>
          <p14:tracePt t="40405" x="7361238" y="3798888"/>
          <p14:tracePt t="40421" x="7388225" y="3971925"/>
          <p14:tracePt t="40438" x="7470775" y="4117975"/>
          <p14:tracePt t="40454" x="7497763" y="4183063"/>
          <p14:tracePt t="40471" x="7570788" y="4292600"/>
          <p14:tracePt t="40488" x="7634288" y="4356100"/>
          <p14:tracePt t="40505" x="7680325" y="4392613"/>
          <p14:tracePt t="40521" x="7762875" y="4410075"/>
          <p14:tracePt t="40538" x="7816850" y="4410075"/>
          <p14:tracePt t="40554" x="7935913" y="4410075"/>
          <p14:tracePt t="40571" x="7981950" y="4410075"/>
          <p14:tracePt t="40588" x="7999413" y="4402138"/>
          <p14:tracePt t="40605" x="8018463" y="4402138"/>
          <p14:tracePt t="40652" x="8008938" y="4402138"/>
          <p14:tracePt t="40663" x="7999413" y="4402138"/>
          <p14:tracePt t="40672" x="7972425" y="4402138"/>
          <p14:tracePt t="40683" x="7945438" y="4402138"/>
          <p14:tracePt t="40693" x="7926388" y="4410075"/>
          <p14:tracePt t="40705" x="7899400" y="4410075"/>
          <p14:tracePt t="40721" x="7853363" y="4419600"/>
          <p14:tracePt t="40738" x="7772400" y="4419600"/>
          <p14:tracePt t="40755" x="7716838" y="4419600"/>
          <p14:tracePt t="40755" x="7689850" y="4419600"/>
          <p14:tracePt t="40771" x="7643813" y="4419600"/>
          <p14:tracePt t="40788" x="7561263" y="4419600"/>
          <p14:tracePt t="40805" x="7534275" y="4410075"/>
          <p14:tracePt t="40805" x="7480300" y="4410075"/>
          <p14:tracePt t="40822" x="7434263" y="4402138"/>
          <p14:tracePt t="40838" x="7334250" y="4383088"/>
          <p14:tracePt t="40855" x="7305675" y="4373563"/>
          <p14:tracePt t="40871" x="7269163" y="4337050"/>
          <p14:tracePt t="40888" x="7232650" y="4292600"/>
          <p14:tracePt t="40905" x="7223125" y="4264025"/>
          <p14:tracePt t="40922" x="7215188" y="4200525"/>
          <p14:tracePt t="40938" x="7215188" y="4146550"/>
          <p14:tracePt t="40955" x="7215188" y="4117975"/>
          <p14:tracePt t="40972" x="7232650" y="4064000"/>
          <p14:tracePt t="40988" x="7232650" y="4044950"/>
          <p14:tracePt t="41005" x="7232650" y="4037013"/>
          <p14:tracePt t="41022" x="7232650" y="4017963"/>
          <p14:tracePt t="41039" x="7232650" y="4008438"/>
          <p14:tracePt t="41061" x="7232650" y="4000500"/>
          <p14:tracePt t="41072" x="7251700" y="3990975"/>
          <p14:tracePt t="41089" x="7305675" y="3981450"/>
          <p14:tracePt t="41105" x="7662863" y="3917950"/>
          <p14:tracePt t="41122" x="8466138" y="3762375"/>
          <p14:tracePt t="41139" x="8739188" y="3743325"/>
          <p14:tracePt t="41155" x="9288463" y="3743325"/>
          <p14:tracePt t="41172" x="9461500" y="3762375"/>
          <p14:tracePt t="41189" x="9498013" y="3779838"/>
          <p14:tracePt t="41206" x="9544050" y="3789363"/>
          <p14:tracePt t="41222" x="9551988" y="3789363"/>
          <p14:tracePt t="41239" x="9561513" y="3798888"/>
          <p14:tracePt t="41265" x="9571038" y="3798888"/>
          <p14:tracePt t="41336" x="9571038" y="3808413"/>
          <p14:tracePt t="41357" x="9571038" y="3816350"/>
          <p14:tracePt t="41368" x="9571038" y="3825875"/>
          <p14:tracePt t="41377" x="9571038" y="3835400"/>
          <p14:tracePt t="41389" x="9571038" y="3862388"/>
          <p14:tracePt t="41406" x="9571038" y="3889375"/>
          <p14:tracePt t="41422" x="9571038" y="3935413"/>
          <p14:tracePt t="41439" x="9571038" y="3963988"/>
          <p14:tracePt t="41456" x="9571038" y="3971925"/>
          <p14:tracePt t="41472" x="9571038" y="3990975"/>
          <p14:tracePt t="41489" x="9571038" y="4000500"/>
          <p14:tracePt t="41505" x="9571038" y="4008438"/>
          <p14:tracePt t="41571" x="9580563" y="4008438"/>
          <p14:tracePt t="41695" x="9580563" y="4027488"/>
          <p14:tracePt t="41704" x="9580563" y="4044950"/>
          <p14:tracePt t="41714" x="9580563" y="4064000"/>
          <p14:tracePt t="41725" x="9580563" y="4073525"/>
          <p14:tracePt t="41739" x="9580563" y="4081463"/>
          <p14:tracePt t="41756" x="9580563" y="4100513"/>
          <p14:tracePt t="41777" x="9580563" y="4110038"/>
          <p14:tracePt t="41837" x="9580563" y="4117975"/>
          <p14:tracePt t="41909" x="9580563" y="4127500"/>
          <p14:tracePt t="41959" x="9580563" y="4137025"/>
          <p14:tracePt t="41990" x="9580563" y="4146550"/>
          <p14:tracePt t="42072" x="9580563" y="4154488"/>
          <p14:tracePt t="44236" x="9598025" y="4154488"/>
          <p14:tracePt t="44247" x="9634538" y="4154488"/>
          <p14:tracePt t="44257" x="9680575" y="4154488"/>
          <p14:tracePt t="44266" x="9753600" y="4154488"/>
          <p14:tracePt t="44276" x="9845675" y="4137025"/>
          <p14:tracePt t="44292" x="9936163" y="4137025"/>
          <p14:tracePt t="44308" x="10191750" y="4127500"/>
          <p14:tracePt t="44325" x="10301288" y="4127500"/>
          <p14:tracePt t="44341" x="10648950" y="4127500"/>
          <p14:tracePt t="44358" x="10895013" y="4154488"/>
          <p14:tracePt t="44375" x="10977563" y="4173538"/>
          <p14:tracePt t="44392" x="11077575" y="4191000"/>
          <p14:tracePt t="44408" x="11104563" y="4191000"/>
          <p14:tracePt t="44425" x="11133138" y="4200525"/>
          <p14:tracePt t="44442" x="11141075" y="4200525"/>
          <p14:tracePt t="44462" x="11150600" y="4200525"/>
          <p14:tracePt t="44552" x="11141075" y="4200525"/>
          <p14:tracePt t="44564" x="11133138" y="4200525"/>
          <p14:tracePt t="44573" x="11123613" y="4200525"/>
          <p14:tracePt t="44676" x="11123613" y="4191000"/>
          <p14:tracePt t="44685" x="11141075" y="4191000"/>
          <p14:tracePt t="44696" x="11160125" y="4183063"/>
          <p14:tracePt t="44709" x="11214100" y="4183063"/>
          <p14:tracePt t="44725" x="11260138" y="4173538"/>
          <p14:tracePt t="44726" x="11287125" y="4173538"/>
          <p14:tracePt t="44742" x="11306175" y="4173538"/>
          <p14:tracePt t="44759" x="11323638" y="4173538"/>
          <p14:tracePt t="44775" x="11333163" y="4173538"/>
          <p14:tracePt t="44828" x="11333163" y="4164013"/>
          <p14:tracePt t="44849" x="11315700" y="4164013"/>
          <p14:tracePt t="44859" x="11287125" y="4164013"/>
          <p14:tracePt t="44869" x="11279188" y="4164013"/>
          <p14:tracePt t="44880" x="11260138" y="4164013"/>
          <p14:tracePt t="44892" x="11242675" y="4154488"/>
          <p14:tracePt t="44909" x="11223625" y="4154488"/>
          <p14:tracePt t="44926" x="11187113" y="4154488"/>
          <p14:tracePt t="44942" x="11114088" y="4146550"/>
          <p14:tracePt t="44959" x="11060113" y="4137025"/>
          <p14:tracePt t="44976" x="10904538" y="4100513"/>
          <p14:tracePt t="44992" x="10721975" y="4000500"/>
          <p14:tracePt t="45009" x="10621963" y="3944938"/>
          <p14:tracePt t="45026" x="10356850" y="3743325"/>
          <p14:tracePt t="45043" x="10145713" y="3560763"/>
          <p14:tracePt t="45059" x="10036175" y="3406775"/>
          <p14:tracePt t="45076" x="9763125" y="2693988"/>
          <p14:tracePt t="45093" x="9625013" y="1752600"/>
          <p14:tracePt t="45109" x="9580563" y="1370013"/>
          <p14:tracePt t="45126" x="9561513" y="428625"/>
          <p14:tracePt t="45533" x="8629650" y="19050"/>
          <p14:tracePt t="45543" x="8612188" y="46038"/>
          <p14:tracePt t="45559" x="8602663" y="73025"/>
          <p14:tracePt t="45576" x="8566150" y="182563"/>
          <p14:tracePt t="45593" x="8556625" y="238125"/>
          <p14:tracePt t="45609" x="8529638" y="319088"/>
          <p14:tracePt t="45626" x="8520113" y="355600"/>
          <p14:tracePt t="45643" x="8520113" y="365125"/>
          <p14:tracePt t="45659" x="8512175" y="374650"/>
          <p14:tracePt t="45676" x="8512175" y="384175"/>
          <p14:tracePt t="45693" x="8512175" y="392113"/>
          <p14:tracePt t="45710" x="8512175" y="401638"/>
          <p14:tracePt t="45726" x="8512175" y="411163"/>
          <p14:tracePt t="45748" x="8512175" y="420688"/>
          <p14:tracePt t="45760" x="8502650" y="420688"/>
          <p14:tracePt t="45777" x="8483600" y="428625"/>
          <p14:tracePt t="45793" x="8475663" y="438150"/>
          <p14:tracePt t="45810" x="8429625" y="465138"/>
          <p14:tracePt t="45826" x="8402638" y="484188"/>
          <p14:tracePt t="55944" x="7735888" y="757238"/>
          <p14:tracePt t="55954" x="7278688" y="1114425"/>
          <p14:tracePt t="55964" x="6565900" y="1652588"/>
          <p14:tracePt t="55974" x="6173788" y="2046288"/>
          <p14:tracePt t="55987" x="5643563" y="2684463"/>
          <p14:tracePt t="56003" x="5005388" y="3716338"/>
          <p14:tracePt t="56020" x="4283075" y="4967288"/>
          <p14:tracePt t="56036" x="4000500" y="5899150"/>
          <p14:tracePt t="56053" x="3981450" y="6081713"/>
          <p14:tracePt t="56070" x="3981450" y="6446838"/>
          <p14:tracePt t="56087" x="4083050" y="6794500"/>
          <p14:tracePt t="56191" x="6045200" y="6648450"/>
          <p14:tracePt t="56199" x="6110288" y="6583363"/>
          <p14:tracePt t="56209" x="6164263" y="6502400"/>
          <p14:tracePt t="56220" x="6210300" y="6364288"/>
          <p14:tracePt t="56236" x="6227763" y="6200775"/>
          <p14:tracePt t="56253" x="6037263" y="5881688"/>
          <p14:tracePt t="56270" x="5799138" y="5689600"/>
          <p14:tracePt t="56271" x="5151438" y="5360988"/>
          <p14:tracePt t="56286" x="4784725" y="5278438"/>
          <p14:tracePt t="56303" x="3954463" y="5251450"/>
          <p14:tracePt t="56321" x="3260725" y="5616575"/>
          <p14:tracePt t="56337" x="2959100" y="5853113"/>
          <p14:tracePt t="56354" x="2620963" y="6283325"/>
          <p14:tracePt t="56370" x="2493963" y="6502400"/>
          <p14:tracePt t="56515" x="3971925" y="6721475"/>
          <p14:tracePt t="56526" x="4054475" y="6592888"/>
          <p14:tracePt t="56537" x="4083050" y="6492875"/>
          <p14:tracePt t="56554" x="4090988" y="6419850"/>
          <p14:tracePt t="56570" x="4054475" y="6246813"/>
          <p14:tracePt t="56587" x="3835400" y="6018213"/>
          <p14:tracePt t="56604" x="3625850" y="5862638"/>
          <p14:tracePt t="56620" x="3314700" y="5707063"/>
          <p14:tracePt t="56637" x="3187700" y="5680075"/>
          <p14:tracePt t="56638" x="3095625" y="5670550"/>
          <p14:tracePt t="56654" x="3022600" y="5670550"/>
          <p14:tracePt t="56670" x="2886075" y="5753100"/>
          <p14:tracePt t="56687" x="2822575" y="5835650"/>
          <p14:tracePt t="56704" x="2713038" y="6064250"/>
          <p14:tracePt t="56720" x="2703513" y="6237288"/>
          <p14:tracePt t="56737" x="2703513" y="6327775"/>
          <p14:tracePt t="56754" x="2867025" y="6446838"/>
          <p14:tracePt t="56770" x="3324225" y="6556375"/>
          <p14:tracePt t="56787" x="3808413" y="6556375"/>
          <p14:tracePt t="56804" x="4173538" y="6529388"/>
          <p14:tracePt t="56820" x="4273550" y="6492875"/>
          <p14:tracePt t="56837" x="4438650" y="6392863"/>
          <p14:tracePt t="56854" x="4521200" y="6181725"/>
          <p14:tracePt t="56870" x="4538663" y="5999163"/>
          <p14:tracePt t="56887" x="4502150" y="5743575"/>
          <p14:tracePt t="56904" x="4429125" y="5643563"/>
          <p14:tracePt t="56921" x="4365625" y="5607050"/>
          <p14:tracePt t="56937" x="4210050" y="5570538"/>
          <p14:tracePt t="56954" x="4044950" y="5570538"/>
          <p14:tracePt t="56971" x="3971925" y="5570538"/>
          <p14:tracePt t="56987" x="3898900" y="5588000"/>
          <p14:tracePt t="57004" x="3862388" y="5607050"/>
          <p14:tracePt t="57021" x="3854450" y="5607050"/>
          <p14:tracePt t="57037" x="3844925" y="5616575"/>
          <p14:tracePt t="57054" x="3835400" y="5616575"/>
          <p14:tracePt t="57071" x="3835400" y="5634038"/>
          <p14:tracePt t="57088" x="3835400" y="5643563"/>
          <p14:tracePt t="57110" x="3835400" y="5653088"/>
          <p14:tracePt t="57121" x="3844925" y="5661025"/>
          <p14:tracePt t="57138" x="3854450" y="5661025"/>
          <p14:tracePt t="57160" x="3862388" y="5661025"/>
          <p14:tracePt t="57190" x="3871913" y="5661025"/>
          <p14:tracePt t="57373" x="3871913" y="5670550"/>
          <p14:tracePt t="59132" x="3898900" y="5670550"/>
          <p14:tracePt t="59143" x="3935413" y="5670550"/>
          <p14:tracePt t="59152" x="3981450" y="5670550"/>
          <p14:tracePt t="59162" x="4054475" y="5661025"/>
          <p14:tracePt t="59173" x="4110038" y="5643563"/>
          <p14:tracePt t="59189" x="4164013" y="5607050"/>
          <p14:tracePt t="59206" x="4219575" y="5580063"/>
          <p14:tracePt t="59223" x="4237038" y="5580063"/>
          <p14:tracePt t="59224" x="4246563" y="5570538"/>
          <p14:tracePt t="59240" x="4256088" y="5570538"/>
          <p14:tracePt t="59277" x="4265613" y="5570538"/>
          <p14:tracePt t="59316" x="4265613" y="5580063"/>
          <p14:tracePt t="59327" x="4265613" y="5588000"/>
          <p14:tracePt t="59336" x="4265613" y="5597525"/>
          <p14:tracePt t="59356" x="4265613" y="5607050"/>
          <p14:tracePt t="59387" x="4256088" y="5616575"/>
          <p14:tracePt t="59418" x="4256088" y="5624513"/>
          <p14:tracePt t="59449" x="4246563" y="5624513"/>
          <p14:tracePt t="59499" x="4246563" y="5634038"/>
          <p14:tracePt t="59816" x="4246563" y="5643563"/>
          <p14:tracePt t="60378" x="4256088" y="5643563"/>
          <p14:tracePt t="60388" x="4292600" y="5607050"/>
          <p14:tracePt t="60398" x="4375150" y="5524500"/>
          <p14:tracePt t="60408" x="4565650" y="5351463"/>
          <p14:tracePt t="60424" x="4776788" y="5141913"/>
          <p14:tracePt t="60441" x="5305425" y="4775200"/>
          <p14:tracePt t="60457" x="5626100" y="4602163"/>
          <p14:tracePt t="60474" x="5981700" y="4392613"/>
          <p14:tracePt t="60491" x="6438900" y="4073525"/>
          <p14:tracePt t="60507" x="6611938" y="3898900"/>
          <p14:tracePt t="60524" x="6940550" y="3570288"/>
          <p14:tracePt t="60541" x="7288213" y="3178175"/>
          <p14:tracePt t="60557" x="7407275" y="3059113"/>
          <p14:tracePt t="60574" x="7543800" y="2886075"/>
          <p14:tracePt t="60591" x="7580313" y="2857500"/>
          <p14:tracePt t="60608" x="7626350" y="2803525"/>
          <p14:tracePt t="60624" x="7680325" y="2740025"/>
          <p14:tracePt t="60641" x="7699375" y="2711450"/>
          <p14:tracePt t="60658" x="7762875" y="2557463"/>
          <p14:tracePt t="60674" x="7835900" y="2292350"/>
          <p14:tracePt t="60691" x="7872413" y="2146300"/>
          <p14:tracePt t="60708" x="7889875" y="1973263"/>
          <p14:tracePt t="60725" x="7889875" y="1871663"/>
          <p14:tracePt t="60741" x="7889875" y="1835150"/>
          <p14:tracePt t="60758" x="7889875" y="1708150"/>
          <p14:tracePt t="60774" x="7889875" y="1616075"/>
          <p14:tracePt t="60775" x="7889875" y="1489075"/>
          <p14:tracePt t="60791" x="7889875" y="1306513"/>
          <p14:tracePt t="60808" x="7908925" y="1068388"/>
          <p14:tracePt t="60825" x="7918450" y="1004888"/>
          <p14:tracePt t="60841" x="7954963" y="885825"/>
          <p14:tracePt t="60858" x="7991475" y="803275"/>
          <p14:tracePt t="60875" x="7991475" y="776288"/>
          <p14:tracePt t="60891" x="7999413" y="757238"/>
          <p14:tracePt t="60908" x="7999413" y="749300"/>
          <p14:tracePt t="60925" x="8008938" y="739775"/>
          <p14:tracePt t="60941" x="8018463" y="720725"/>
          <p14:tracePt t="60958" x="8018463" y="712788"/>
          <p14:tracePt t="60975" x="8027988" y="703263"/>
          <p14:tracePt t="60991" x="8027988" y="693738"/>
          <p14:tracePt t="62011" x="8035925" y="684213"/>
          <p14:tracePt t="62022" x="8035925" y="676275"/>
          <p14:tracePt t="62032" x="8054975" y="666750"/>
          <p14:tracePt t="62043" x="8064500" y="647700"/>
          <p14:tracePt t="62059" x="8072438" y="630238"/>
          <p14:tracePt t="66772" x="8191500" y="657225"/>
          <p14:tracePt t="66782" x="8147050" y="803275"/>
          <p14:tracePt t="66792" x="8101013" y="958850"/>
          <p14:tracePt t="66802" x="8054975" y="1141413"/>
          <p14:tracePt t="66814" x="8035925" y="1306513"/>
          <p14:tracePt t="66830" x="8008938" y="1516063"/>
          <p14:tracePt t="66847" x="7972425" y="1881188"/>
          <p14:tracePt t="66864" x="7962900" y="2474913"/>
          <p14:tracePt t="66880" x="7962900" y="2657475"/>
          <p14:tracePt t="66897" x="7999413" y="3041650"/>
          <p14:tracePt t="66914" x="8045450" y="3278188"/>
          <p14:tracePt t="66930" x="8164513" y="3689350"/>
          <p14:tracePt t="66947" x="8283575" y="3954463"/>
          <p14:tracePt t="66964" x="8374063" y="4090988"/>
          <p14:tracePt t="66981" x="8585200" y="4365625"/>
          <p14:tracePt t="66997" x="9004300" y="4629150"/>
          <p14:tracePt t="67014" x="9269413" y="4648200"/>
          <p14:tracePt t="67031" x="10164763" y="4356100"/>
          <p14:tracePt t="67047" x="10529888" y="4154488"/>
          <p14:tracePt t="67048" x="11014075" y="3789363"/>
          <p14:tracePt t="67064" x="11187113" y="3616325"/>
          <p14:tracePt t="67081" x="11544300" y="3214688"/>
          <p14:tracePt t="67097" x="11598275" y="3105150"/>
          <p14:tracePt t="67114" x="11625263" y="2930525"/>
          <p14:tracePt t="67131" x="11434763" y="2684463"/>
          <p14:tracePt t="67147" x="11104563" y="2511425"/>
          <p14:tracePt t="67164" x="10291763" y="2392363"/>
          <p14:tracePt t="67180" x="9551988" y="2547938"/>
          <p14:tracePt t="67197" x="9232900" y="2720975"/>
          <p14:tracePt t="67214" x="8921750" y="3059113"/>
          <p14:tracePt t="67231" x="8804275" y="3443288"/>
          <p14:tracePt t="67247" x="8804275" y="3589338"/>
          <p14:tracePt t="67264" x="8894763" y="3852863"/>
          <p14:tracePt t="67281" x="8996363" y="3963988"/>
          <p14:tracePt t="67281" x="9296400" y="4090988"/>
          <p14:tracePt t="67297" x="9661525" y="4154488"/>
          <p14:tracePt t="67314" x="10629900" y="4154488"/>
          <p14:tracePt t="67331" x="11242675" y="4090988"/>
          <p14:tracePt t="67348" x="11698288" y="4054475"/>
          <p14:tracePt t="67364" x="12063413" y="4037013"/>
          <p14:tracePt t="67381" x="12155488" y="4027488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06C57E8-9FB8-BFFD-9B88-FB119642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3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140"/>
    </mc:Choice>
    <mc:Fallback xmlns="">
      <p:transition spd="slow" advTm="60140"/>
    </mc:Fallback>
  </mc:AlternateContent>
  <p:extLst>
    <p:ext uri="{3A86A75C-4F4B-4683-9AE1-C65F6400EC91}">
      <p14:laserTraceLst xmlns:p14="http://schemas.microsoft.com/office/powerpoint/2010/main">
        <p14:tracePtLst>
          <p14:tracePt t="6079" x="11844338" y="2757488"/>
          <p14:tracePt t="6090" x="11452225" y="2593975"/>
          <p14:tracePt t="6100" x="11169650" y="2455863"/>
          <p14:tracePt t="6117" x="10648950" y="2301875"/>
          <p14:tracePt t="6134" x="9707563" y="1990725"/>
          <p14:tracePt t="6151" x="9332913" y="1862138"/>
          <p14:tracePt t="6151" x="8785225" y="1735138"/>
          <p14:tracePt t="6167" x="8374063" y="1643063"/>
          <p14:tracePt t="6184" x="7324725" y="1589088"/>
          <p14:tracePt t="6201" x="6675438" y="1662113"/>
          <p14:tracePt t="6201" x="6383338" y="1744663"/>
          <p14:tracePt t="6217" x="5891213" y="1908175"/>
          <p14:tracePt t="6234" x="5214938" y="2265363"/>
          <p14:tracePt t="6250" x="5059363" y="2374900"/>
          <p14:tracePt t="6267" x="4784725" y="2620963"/>
          <p14:tracePt t="6284" x="4611688" y="2813050"/>
          <p14:tracePt t="6284" x="4502150" y="2968625"/>
          <p14:tracePt t="6300" x="4356100" y="3151188"/>
          <p14:tracePt t="6317" x="4200525" y="3433763"/>
          <p14:tracePt t="6334" x="4137025" y="3570288"/>
          <p14:tracePt t="6350" x="4090988" y="3881438"/>
          <p14:tracePt t="6367" x="4100513" y="4127500"/>
          <p14:tracePt t="6384" x="4127500" y="4237038"/>
          <p14:tracePt t="6401" x="4229100" y="4373563"/>
          <p14:tracePt t="6417" x="4429125" y="4465638"/>
          <p14:tracePt t="6434" x="4575175" y="4502150"/>
          <p14:tracePt t="6451" x="5068888" y="4475163"/>
          <p14:tracePt t="6467" x="5799138" y="4300538"/>
          <p14:tracePt t="6484" x="6319838" y="4127500"/>
          <p14:tracePt t="6501" x="6767513" y="3935413"/>
          <p14:tracePt t="6518" x="7232650" y="3670300"/>
          <p14:tracePt t="6534" x="7342188" y="3579813"/>
          <p14:tracePt t="6551" x="7516813" y="3397250"/>
          <p14:tracePt t="6567" x="7570788" y="3260725"/>
          <p14:tracePt t="6584" x="7662863" y="2940050"/>
          <p14:tracePt t="6601" x="7662863" y="2703513"/>
          <p14:tracePt t="6617" x="7616825" y="2574925"/>
          <p14:tracePt t="6634" x="7361238" y="2273300"/>
          <p14:tracePt t="6651" x="6821488" y="1871663"/>
          <p14:tracePt t="6668" x="6356350" y="1652588"/>
          <p14:tracePt t="6684" x="5818188" y="1562100"/>
          <p14:tracePt t="6701" x="5626100" y="1562100"/>
          <p14:tracePt t="6702" x="5324475" y="1652588"/>
          <p14:tracePt t="6718" x="5168900" y="1752600"/>
          <p14:tracePt t="6734" x="4821238" y="2036763"/>
          <p14:tracePt t="6751" x="4675188" y="2192338"/>
          <p14:tracePt t="6768" x="4329113" y="2693988"/>
          <p14:tracePt t="6784" x="4210050" y="2930525"/>
          <p14:tracePt t="6785" x="4156075" y="3068638"/>
          <p14:tracePt t="6801" x="4110038" y="3205163"/>
          <p14:tracePt t="6818" x="4083050" y="3533775"/>
          <p14:tracePt t="6835" x="4127500" y="3789363"/>
          <p14:tracePt t="6851" x="4200525" y="3889375"/>
          <p14:tracePt t="6868" x="4456113" y="4100513"/>
          <p14:tracePt t="6884" x="4657725" y="4200525"/>
          <p14:tracePt t="6901" x="5168900" y="4310063"/>
          <p14:tracePt t="6918" x="5670550" y="4319588"/>
          <p14:tracePt t="6935" x="5972175" y="4256088"/>
          <p14:tracePt t="6951" x="6767513" y="3981450"/>
          <p14:tracePt t="6968" x="7434263" y="3679825"/>
          <p14:tracePt t="6985" x="7762875" y="3487738"/>
          <p14:tracePt t="7001" x="8154988" y="3287713"/>
          <p14:tracePt t="7018" x="8237538" y="3241675"/>
          <p14:tracePt t="7035" x="8347075" y="3168650"/>
          <p14:tracePt t="7051" x="8383588" y="3141663"/>
          <p14:tracePt t="7068" x="8402638" y="3105150"/>
          <p14:tracePt t="7085" x="8456613" y="2913063"/>
          <p14:tracePt t="7101" x="8456613" y="2667000"/>
          <p14:tracePt t="7118" x="8429625" y="2574925"/>
          <p14:tracePt t="7135" x="8320088" y="2428875"/>
          <p14:tracePt t="7151" x="8101013" y="2246313"/>
          <p14:tracePt t="7168" x="7926388" y="2173288"/>
          <p14:tracePt t="7185" x="7597775" y="2100263"/>
          <p14:tracePt t="7202" x="7361238" y="2100263"/>
          <p14:tracePt t="7218" x="7232650" y="2100263"/>
          <p14:tracePt t="7235" x="6986588" y="2127250"/>
          <p14:tracePt t="7251" x="6877050" y="2155825"/>
          <p14:tracePt t="7268" x="6711950" y="2228850"/>
          <p14:tracePt t="7285" x="6584950" y="2301875"/>
          <p14:tracePt t="7302" x="6557963" y="2328863"/>
          <p14:tracePt t="7318" x="6483350" y="2374900"/>
          <p14:tracePt t="7335" x="6456363" y="2392363"/>
          <p14:tracePt t="7351" x="6456363" y="2401888"/>
          <p14:tracePt t="7368" x="6446838" y="2411413"/>
          <p14:tracePt t="7385" x="6446838" y="2419350"/>
          <p14:tracePt t="7402" x="6438900" y="2419350"/>
          <p14:tracePt t="7418" x="6438900" y="2428875"/>
          <p14:tracePt t="7439" x="6429375" y="2428875"/>
          <p14:tracePt t="9795" x="6429375" y="2419350"/>
          <p14:tracePt t="9805" x="6429375" y="2374900"/>
          <p14:tracePt t="9815" x="6419850" y="2338388"/>
          <p14:tracePt t="9826" x="6392863" y="2273300"/>
          <p14:tracePt t="9837" x="6337300" y="2209800"/>
          <p14:tracePt t="9854" x="6256338" y="2119313"/>
          <p14:tracePt t="9871" x="5818188" y="1908175"/>
          <p14:tracePt t="9887" x="5251450" y="1808163"/>
          <p14:tracePt t="9904" x="4949825" y="1808163"/>
          <p14:tracePt t="9921" x="4383088" y="1981200"/>
          <p14:tracePt t="9938" x="4229100" y="2073275"/>
          <p14:tracePt t="9938" x="4044950" y="2209800"/>
          <p14:tracePt t="9954" x="3963988" y="2328863"/>
          <p14:tracePt t="9971" x="3798888" y="2547938"/>
          <p14:tracePt t="9987" x="3752850" y="2674938"/>
          <p14:tracePt t="10004" x="3708400" y="3013075"/>
          <p14:tracePt t="10021" x="3725863" y="3314700"/>
          <p14:tracePt t="10037" x="3798888" y="3424238"/>
          <p14:tracePt t="10054" x="4054475" y="3643313"/>
          <p14:tracePt t="10071" x="4492625" y="3816350"/>
          <p14:tracePt t="10088" x="4711700" y="3862388"/>
          <p14:tracePt t="10104" x="5132388" y="3862388"/>
          <p14:tracePt t="10121" x="5580063" y="3706813"/>
          <p14:tracePt t="10137" x="5935663" y="3552825"/>
          <p14:tracePt t="10154" x="6210300" y="3324225"/>
          <p14:tracePt t="10171" x="6310313" y="3224213"/>
          <p14:tracePt t="10187" x="6438900" y="3114675"/>
          <p14:tracePt t="10204" x="6492875" y="3078163"/>
          <p14:tracePt t="10221" x="6521450" y="3059113"/>
          <p14:tracePt t="10238" x="6584950" y="3013075"/>
          <p14:tracePt t="10254" x="6657975" y="2986088"/>
          <p14:tracePt t="10271" x="6694488" y="2959100"/>
          <p14:tracePt t="10288" x="6740525" y="2940050"/>
          <p14:tracePt t="10304" x="6748463" y="2940050"/>
          <p14:tracePt t="10321" x="6777038" y="2930525"/>
          <p14:tracePt t="10347" x="6784975" y="2930525"/>
          <p14:tracePt t="10357" x="6794500" y="2922588"/>
          <p14:tracePt t="10371" x="6804025" y="2922588"/>
          <p14:tracePt t="10388" x="6821488" y="2922588"/>
          <p14:tracePt t="10404" x="6831013" y="2922588"/>
          <p14:tracePt t="10510" x="6831013" y="2913063"/>
          <p14:tracePt t="10520" x="6821488" y="2903538"/>
          <p14:tracePt t="10531" x="6784975" y="2903538"/>
          <p14:tracePt t="10541" x="6740525" y="2876550"/>
          <p14:tracePt t="10555" x="6684963" y="2867025"/>
          <p14:tracePt t="10571" x="6456363" y="2813050"/>
          <p14:tracePt t="10588" x="6219825" y="2776538"/>
          <p14:tracePt t="10605" x="5762625" y="2747963"/>
          <p14:tracePt t="10622" x="5214938" y="2776538"/>
          <p14:tracePt t="10638" x="5086350" y="2803525"/>
          <p14:tracePt t="10655" x="4876800" y="2876550"/>
          <p14:tracePt t="10671" x="4813300" y="2913063"/>
          <p14:tracePt t="10688" x="4767263" y="2949575"/>
          <p14:tracePt t="10705" x="4757738" y="2986088"/>
          <p14:tracePt t="10722" x="4757738" y="2995613"/>
          <p14:tracePt t="10738" x="5059363" y="3013075"/>
          <p14:tracePt t="10755" x="6383338" y="2730500"/>
          <p14:tracePt t="10772" x="7315200" y="2411413"/>
          <p14:tracePt t="10788" x="8502650" y="1862138"/>
          <p14:tracePt t="10805" x="8758238" y="1698625"/>
          <p14:tracePt t="10822" x="9278938" y="1470025"/>
          <p14:tracePt t="10838" x="9442450" y="1387475"/>
          <p14:tracePt t="10855" x="9461500" y="1370013"/>
          <p14:tracePt t="10872" x="9478963" y="1343025"/>
          <p14:tracePt t="10889" x="9478963" y="1306513"/>
          <p14:tracePt t="10905" x="9478963" y="1287463"/>
          <p14:tracePt t="10922" x="9478963" y="1241425"/>
          <p14:tracePt t="10939" x="9451975" y="1196975"/>
          <p14:tracePt t="10955" x="9424988" y="1177925"/>
          <p14:tracePt t="10972" x="9351963" y="1131888"/>
          <p14:tracePt t="10988" x="9315450" y="1114425"/>
          <p14:tracePt t="11005" x="9242425" y="1077913"/>
          <p14:tracePt t="11022" x="9169400" y="1058863"/>
          <p14:tracePt t="11038" x="9123363" y="1058863"/>
          <p14:tracePt t="11055" x="9004300" y="1058863"/>
          <p14:tracePt t="11072" x="8894763" y="1058863"/>
          <p14:tracePt t="11088" x="8848725" y="1058863"/>
          <p14:tracePt t="11105" x="8785225" y="1058863"/>
          <p14:tracePt t="11122" x="8721725" y="1041400"/>
          <p14:tracePt t="11138" x="8702675" y="1031875"/>
          <p14:tracePt t="11155" x="8639175" y="985838"/>
          <p14:tracePt t="11172" x="8612188" y="958850"/>
          <p14:tracePt t="11189" x="8512175" y="885825"/>
          <p14:tracePt t="11205" x="8439150" y="830263"/>
          <p14:tracePt t="11222" x="8420100" y="822325"/>
          <p14:tracePt t="11239" x="8374063" y="793750"/>
          <p14:tracePt t="11256" x="8356600" y="776288"/>
          <p14:tracePt t="11272" x="8347075" y="766763"/>
          <p14:tracePt t="11289" x="8329613" y="739775"/>
          <p14:tracePt t="11305" x="8320088" y="720725"/>
          <p14:tracePt t="11322" x="8301038" y="684213"/>
          <p14:tracePt t="11339" x="8293100" y="630238"/>
          <p14:tracePt t="14192" x="4000500" y="282575"/>
          <p14:tracePt t="14243" x="4000500" y="292100"/>
          <p14:tracePt t="14284" x="4000500" y="301625"/>
          <p14:tracePt t="14304" x="4008438" y="311150"/>
          <p14:tracePt t="21276" x="7443788" y="676275"/>
          <p14:tracePt t="21286" x="6777038" y="858838"/>
          <p14:tracePt t="21296" x="6227763" y="958850"/>
          <p14:tracePt t="21306" x="5360988" y="1068388"/>
          <p14:tracePt t="21316" x="4784725" y="1141413"/>
          <p14:tracePt t="21332" x="3881438" y="1260475"/>
          <p14:tracePt t="21348" x="2465388" y="1497013"/>
          <p14:tracePt t="21365" x="2027238" y="1570038"/>
          <p14:tracePt t="21382" x="1041400" y="1752600"/>
          <p14:tracePt t="21399" x="511175" y="1917700"/>
          <p14:tracePt t="21416" x="338138" y="1973263"/>
          <p14:tracePt t="21432" x="146050" y="2046288"/>
          <p14:tracePt t="21449" x="55563" y="2100263"/>
          <p14:tracePt t="21465" x="19050" y="2127250"/>
          <p14:tracePt t="21756" x="246063" y="3005138"/>
          <p14:tracePt t="21768" x="411163" y="3049588"/>
          <p14:tracePt t="21777" x="547688" y="3078163"/>
          <p14:tracePt t="21788" x="730250" y="3095625"/>
          <p14:tracePt t="21799" x="858838" y="3105150"/>
          <p14:tracePt t="21815" x="1004888" y="3105150"/>
          <p14:tracePt t="21832" x="1223963" y="3086100"/>
          <p14:tracePt t="21849" x="1350963" y="3049588"/>
          <p14:tracePt t="21866" x="1423988" y="3041650"/>
          <p14:tracePt t="21882" x="1570038" y="2968625"/>
          <p14:tracePt t="21899" x="1681163" y="2886075"/>
          <p14:tracePt t="21916" x="1725613" y="2849563"/>
          <p14:tracePt t="21933" x="1817688" y="2747963"/>
          <p14:tracePt t="21949" x="1844675" y="2720975"/>
          <p14:tracePt t="21950" x="1863725" y="2684463"/>
          <p14:tracePt t="21966" x="1890713" y="2647950"/>
          <p14:tracePt t="21983" x="1908175" y="2584450"/>
          <p14:tracePt t="21999" x="1927225" y="2538413"/>
          <p14:tracePt t="22016" x="1944688" y="2492375"/>
          <p14:tracePt t="22033" x="1954213" y="2455863"/>
          <p14:tracePt t="22049" x="1954213" y="2438400"/>
          <p14:tracePt t="22066" x="1954213" y="2411413"/>
          <p14:tracePt t="22083" x="1881188" y="2374900"/>
          <p14:tracePt t="22099" x="1854200" y="2365375"/>
          <p14:tracePt t="22116" x="1781175" y="2346325"/>
          <p14:tracePt t="22133" x="1708150" y="2346325"/>
          <p14:tracePt t="22149" x="1689100" y="2346325"/>
          <p14:tracePt t="22167" x="1652588" y="2346325"/>
          <p14:tracePt t="22183" x="1635125" y="2346325"/>
          <p14:tracePt t="22200" x="1616075" y="2346325"/>
          <p14:tracePt t="22216" x="1589088" y="2355850"/>
          <p14:tracePt t="22233" x="1579563" y="2355850"/>
          <p14:tracePt t="22249" x="1562100" y="2365375"/>
          <p14:tracePt t="22267" x="1552575" y="2382838"/>
          <p14:tracePt t="22283" x="1552575" y="2392363"/>
          <p14:tracePt t="22299" x="1552575" y="2401888"/>
          <p14:tracePt t="22317" x="1552575" y="2411413"/>
          <p14:tracePt t="22338" x="1552575" y="2419350"/>
          <p14:tracePt t="22359" x="1552575" y="2428875"/>
          <p14:tracePt t="22379" x="1552575" y="2438400"/>
          <p14:tracePt t="22399" x="1552575" y="2447925"/>
          <p14:tracePt t="22420" x="1562100" y="2455863"/>
          <p14:tracePt t="22429" x="1579563" y="2465388"/>
          <p14:tracePt t="22440" x="1589088" y="2465388"/>
          <p14:tracePt t="22450" x="1598613" y="2465388"/>
          <p14:tracePt t="22466" x="1606550" y="2465388"/>
          <p14:tracePt t="22483" x="1635125" y="2474913"/>
          <p14:tracePt t="22500" x="1644650" y="2474913"/>
          <p14:tracePt t="22517" x="1681163" y="2474913"/>
          <p14:tracePt t="22533" x="1717675" y="2474913"/>
          <p14:tracePt t="22550" x="1725613" y="2474913"/>
          <p14:tracePt t="22566" x="1754188" y="2474913"/>
          <p14:tracePt t="22583" x="1781175" y="2474913"/>
          <p14:tracePt t="22600" x="1790700" y="2474913"/>
          <p14:tracePt t="22617" x="1808163" y="2474913"/>
          <p14:tracePt t="22633" x="1827213" y="2474913"/>
          <p14:tracePt t="22675" x="1835150" y="2474913"/>
          <p14:tracePt t="22684" x="1844675" y="2474913"/>
          <p14:tracePt t="22726" x="1854200" y="2474913"/>
          <p14:tracePt t="22788" x="1863725" y="2474913"/>
          <p14:tracePt t="23716" x="1863725" y="2484438"/>
          <p14:tracePt t="23739" x="1871663" y="2484438"/>
          <p14:tracePt t="23757" x="1871663" y="2492375"/>
          <p14:tracePt t="23799" x="1881188" y="2501900"/>
          <p14:tracePt t="23830" x="1881188" y="2511425"/>
          <p14:tracePt t="23840" x="1890713" y="2520950"/>
          <p14:tracePt t="23849" x="1900238" y="2528888"/>
          <p14:tracePt t="23859" x="1917700" y="2528888"/>
          <p14:tracePt t="23869" x="1936750" y="2538413"/>
          <p14:tracePt t="23884" x="1954213" y="2538413"/>
          <p14:tracePt t="23901" x="2027238" y="2547938"/>
          <p14:tracePt t="23918" x="2054225" y="2547938"/>
          <p14:tracePt t="23934" x="2090738" y="2547938"/>
          <p14:tracePt t="23951" x="2100263" y="2547938"/>
          <p14:tracePt t="23982" x="2109788" y="2547938"/>
          <p14:tracePt t="24012" x="2119313" y="2547938"/>
          <p14:tracePt t="24053" x="2119313" y="2538413"/>
          <p14:tracePt t="24135" x="2109788" y="2538413"/>
          <p14:tracePt t="24166" x="2100263" y="2538413"/>
          <p14:tracePt t="24176" x="2090738" y="2538413"/>
          <p14:tracePt t="24188" x="2082800" y="2547938"/>
          <p14:tracePt t="24196" x="2063750" y="2557463"/>
          <p14:tracePt t="24206" x="2054225" y="2574925"/>
          <p14:tracePt t="24218" x="2046288" y="2593975"/>
          <p14:tracePt t="24235" x="2036763" y="2601913"/>
          <p14:tracePt t="24251" x="2009775" y="2630488"/>
          <p14:tracePt t="24268" x="1990725" y="2667000"/>
          <p14:tracePt t="24285" x="1973263" y="2693988"/>
          <p14:tracePt t="24302" x="1963738" y="2730500"/>
          <p14:tracePt t="24318" x="1944688" y="2747963"/>
          <p14:tracePt t="24335" x="1944688" y="2757488"/>
          <p14:tracePt t="24352" x="1944688" y="2776538"/>
          <p14:tracePt t="24368" x="1936750" y="2784475"/>
          <p14:tracePt t="24385" x="1936750" y="2794000"/>
          <p14:tracePt t="24421" x="1927225" y="2794000"/>
          <p14:tracePt t="24462" x="1927225" y="2803525"/>
          <p14:tracePt t="24533" x="1927225" y="2813050"/>
          <p14:tracePt t="24584" x="1944688" y="2813050"/>
          <p14:tracePt t="24595" x="1981200" y="2813050"/>
          <p14:tracePt t="24606" x="2090738" y="2776538"/>
          <p14:tracePt t="24619" x="2273300" y="2620963"/>
          <p14:tracePt t="24635" x="2713038" y="2346325"/>
          <p14:tracePt t="24636" x="3095625" y="2036763"/>
          <p14:tracePt t="24652" x="3606800" y="1735138"/>
          <p14:tracePt t="24669" x="4776788" y="1123950"/>
          <p14:tracePt t="24685" x="5205413" y="912813"/>
          <p14:tracePt t="27413" x="7853363" y="647700"/>
          <p14:tracePt t="27423" x="7707313" y="720725"/>
          <p14:tracePt t="27434" x="7516813" y="785813"/>
          <p14:tracePt t="27443" x="7105650" y="903288"/>
          <p14:tracePt t="27455" x="6867525" y="995363"/>
          <p14:tracePt t="27471" x="6557963" y="1114425"/>
          <p14:tracePt t="27488" x="5935663" y="1250950"/>
          <p14:tracePt t="27504" x="5753100" y="1296988"/>
          <p14:tracePt t="27509" x="5543550" y="1350963"/>
          <p14:tracePt t="27521" x="5414963" y="1360488"/>
          <p14:tracePt t="27538" x="5151438" y="1416050"/>
          <p14:tracePt t="27555" x="5041900" y="1433513"/>
          <p14:tracePt t="27556" x="4995863" y="1443038"/>
          <p14:tracePt t="27571" x="4976813" y="1443038"/>
          <p14:tracePt t="27588" x="4940300" y="1452563"/>
          <p14:tracePt t="27605" x="4932363" y="1452563"/>
          <p14:tracePt t="27621" x="4922838" y="1460500"/>
          <p14:tracePt t="27678" x="4976813" y="1460500"/>
          <p14:tracePt t="27689" x="5105400" y="1460500"/>
          <p14:tracePt t="27699" x="5232400" y="1460500"/>
          <p14:tracePt t="27711" x="5461000" y="1460500"/>
          <p14:tracePt t="27721" x="5634038" y="1460500"/>
          <p14:tracePt t="27738" x="5891213" y="1460500"/>
          <p14:tracePt t="27755" x="6548438" y="1406525"/>
          <p14:tracePt t="27772" x="6977063" y="1323975"/>
          <p14:tracePt t="27788" x="7159625" y="1296988"/>
          <p14:tracePt t="27805" x="7497763" y="1260475"/>
          <p14:tracePt t="27822" x="7662863" y="1260475"/>
          <p14:tracePt t="27838" x="7699375" y="1260475"/>
          <p14:tracePt t="27855" x="7735888" y="1260475"/>
          <p14:tracePt t="27872" x="7743825" y="1260475"/>
          <p14:tracePt t="27888" x="7762875" y="1260475"/>
          <p14:tracePt t="27905" x="7762875" y="1277938"/>
          <p14:tracePt t="27922" x="7762875" y="1287463"/>
          <p14:tracePt t="27938" x="7643813" y="1314450"/>
          <p14:tracePt t="27955" x="7370763" y="1360488"/>
          <p14:tracePt t="27972" x="7186613" y="1360488"/>
          <p14:tracePt t="27988" x="6684963" y="1379538"/>
          <p14:tracePt t="28005" x="6373813" y="1379538"/>
          <p14:tracePt t="28022" x="6227763" y="1379538"/>
          <p14:tracePt t="28038" x="6127750" y="1379538"/>
          <p14:tracePt t="28055" x="6100763" y="1379538"/>
          <p14:tracePt t="28072" x="6081713" y="1379538"/>
          <p14:tracePt t="28088" x="6073775" y="1379538"/>
          <p14:tracePt t="28118" x="6081713" y="1379538"/>
          <p14:tracePt t="28128" x="6137275" y="1370013"/>
          <p14:tracePt t="28139" x="6283325" y="1370013"/>
          <p14:tracePt t="28155" x="6429375" y="1350963"/>
          <p14:tracePt t="28172" x="6867525" y="1379538"/>
          <p14:tracePt t="28189" x="7269163" y="1443038"/>
          <p14:tracePt t="28205" x="7451725" y="1470025"/>
          <p14:tracePt t="28222" x="7643813" y="1525588"/>
          <p14:tracePt t="28239" x="7707313" y="1533525"/>
          <p14:tracePt t="28255" x="7799388" y="1562100"/>
          <p14:tracePt t="28272" x="7899400" y="1579563"/>
          <p14:tracePt t="28289" x="7935913" y="1579563"/>
          <p14:tracePt t="28306" x="7999413" y="1598613"/>
          <p14:tracePt t="28322" x="8027988" y="1598613"/>
          <p14:tracePt t="28322" x="8035925" y="1598613"/>
          <p14:tracePt t="28339" x="8045450" y="1598613"/>
          <p14:tracePt t="28356" x="8045450" y="1606550"/>
          <p14:tracePt t="28372" x="8054975" y="1606550"/>
          <p14:tracePt t="28435" x="8054975" y="1616075"/>
          <p14:tracePt t="28455" x="8045450" y="1616075"/>
          <p14:tracePt t="28465" x="8035925" y="1616075"/>
          <p14:tracePt t="28476" x="7999413" y="1616075"/>
          <p14:tracePt t="28515" x="7962900" y="1616075"/>
          <p14:tracePt t="28792" x="7972425" y="1616075"/>
          <p14:tracePt t="28802" x="8027988" y="1616075"/>
          <p14:tracePt t="28813" x="8154988" y="1598613"/>
          <p14:tracePt t="28823" x="8274050" y="1552575"/>
          <p14:tracePt t="28840" x="8520113" y="1460500"/>
          <p14:tracePt t="28856" x="9278938" y="1314450"/>
          <p14:tracePt t="28873" x="9845675" y="1241425"/>
          <p14:tracePt t="28889" x="10072688" y="1241425"/>
          <p14:tracePt t="28906" x="10585450" y="1241425"/>
          <p14:tracePt t="28923" x="10748963" y="1241425"/>
          <p14:tracePt t="28924" x="10885488" y="1260475"/>
          <p14:tracePt t="28939" x="11014075" y="1277938"/>
          <p14:tracePt t="28956" x="11160125" y="1287463"/>
          <p14:tracePt t="28973" x="11196638" y="1296988"/>
          <p14:tracePt t="28989" x="11242675" y="1306513"/>
          <p14:tracePt t="29006" x="11269663" y="1306513"/>
          <p14:tracePt t="29027" x="11269663" y="1314450"/>
          <p14:tracePt t="29039" x="11279188" y="1314450"/>
          <p14:tracePt t="29067" x="11279188" y="1323975"/>
          <p14:tracePt t="29078" x="11279188" y="1333500"/>
          <p14:tracePt t="29089" x="11260138" y="1350963"/>
          <p14:tracePt t="29106" x="11223625" y="1360488"/>
          <p14:tracePt t="29123" x="11023600" y="1433513"/>
          <p14:tracePt t="29140" x="10658475" y="1489075"/>
          <p14:tracePt t="29156" x="10401300" y="1506538"/>
          <p14:tracePt t="29173" x="9690100" y="1533525"/>
          <p14:tracePt t="29190" x="9288463" y="1533525"/>
          <p14:tracePt t="29207" x="9105900" y="1533525"/>
          <p14:tracePt t="29223" x="8794750" y="1525588"/>
          <p14:tracePt t="29240" x="8666163" y="1525588"/>
          <p14:tracePt t="29256" x="8502650" y="1506538"/>
          <p14:tracePt t="29273" x="8383588" y="1506538"/>
          <p14:tracePt t="29290" x="8329613" y="1516063"/>
          <p14:tracePt t="29307" x="8256588" y="1525588"/>
          <p14:tracePt t="29323" x="8220075" y="1533525"/>
          <p14:tracePt t="29344" x="8210550" y="1533525"/>
          <p14:tracePt t="29394" x="8237538" y="1533525"/>
          <p14:tracePt t="29405" x="8320088" y="1533525"/>
          <p14:tracePt t="29414" x="8447088" y="1533525"/>
          <p14:tracePt t="29426" x="8666163" y="1533525"/>
          <p14:tracePt t="29440" x="8831263" y="1533525"/>
          <p14:tracePt t="29457" x="9205913" y="1533525"/>
          <p14:tracePt t="29473" x="9369425" y="1552575"/>
          <p14:tracePt t="29490" x="9544050" y="1589088"/>
          <p14:tracePt t="29507" x="9625013" y="1606550"/>
          <p14:tracePt t="29523" x="9644063" y="1616075"/>
          <p14:tracePt t="29540" x="9680575" y="1616075"/>
          <p14:tracePt t="29557" x="9698038" y="1616075"/>
          <p14:tracePt t="29578" x="9707563" y="1616075"/>
          <p14:tracePt t="29650" x="9661525" y="1616075"/>
          <p14:tracePt t="29661" x="9607550" y="1616075"/>
          <p14:tracePt t="29670" x="9498013" y="1616075"/>
          <p14:tracePt t="29680" x="9388475" y="1616075"/>
          <p14:tracePt t="29691" x="9242425" y="1616075"/>
          <p14:tracePt t="29707" x="9096375" y="1616075"/>
          <p14:tracePt t="29723" x="8694738" y="1598613"/>
          <p14:tracePt t="29740" x="8493125" y="1579563"/>
          <p14:tracePt t="29757" x="8137525" y="1579563"/>
          <p14:tracePt t="29773" x="7908925" y="1570038"/>
          <p14:tracePt t="29790" x="7835900" y="1570038"/>
          <p14:tracePt t="29807" x="7726363" y="1570038"/>
          <p14:tracePt t="29824" x="7643813" y="1570038"/>
          <p14:tracePt t="29840" x="7597775" y="1570038"/>
          <p14:tracePt t="29857" x="7516813" y="1570038"/>
          <p14:tracePt t="29874" x="7488238" y="1570038"/>
          <p14:tracePt t="29875" x="7470775" y="1579563"/>
          <p14:tracePt t="29890" x="7461250" y="1579563"/>
          <p14:tracePt t="29907" x="7443788" y="1579563"/>
          <p14:tracePt t="29956" x="7461250" y="1579563"/>
          <p14:tracePt t="29966" x="7497763" y="1579563"/>
          <p14:tracePt t="29977" x="7553325" y="1579563"/>
          <p14:tracePt t="29990" x="7626350" y="1579563"/>
          <p14:tracePt t="30007" x="7862888" y="1579563"/>
          <p14:tracePt t="30024" x="7991475" y="1562100"/>
          <p14:tracePt t="30040" x="8310563" y="1489075"/>
          <p14:tracePt t="30057" x="8575675" y="1416050"/>
          <p14:tracePt t="30058" x="8775700" y="1333500"/>
          <p14:tracePt t="30074" x="9077325" y="1250950"/>
          <p14:tracePt t="30091" x="9551988" y="1150938"/>
          <p14:tracePt t="30107" x="9680575" y="1123950"/>
          <p14:tracePt t="30124" x="9918700" y="1123950"/>
          <p14:tracePt t="30141" x="10082213" y="1114425"/>
          <p14:tracePt t="30157" x="10145713" y="1114425"/>
          <p14:tracePt t="30174" x="10210800" y="1114425"/>
          <p14:tracePt t="30191" x="10247313" y="1114425"/>
          <p14:tracePt t="30207" x="10255250" y="1114425"/>
          <p14:tracePt t="30224" x="10264775" y="1114425"/>
          <p14:tracePt t="30241" x="10274300" y="1114425"/>
          <p14:tracePt t="30263" x="10274300" y="1123950"/>
          <p14:tracePt t="30274" x="10255250" y="1131888"/>
          <p14:tracePt t="30291" x="10201275" y="1141413"/>
          <p14:tracePt t="30307" x="9890125" y="1160463"/>
          <p14:tracePt t="30324" x="9305925" y="1196975"/>
          <p14:tracePt t="30341" x="8821738" y="1196975"/>
          <p14:tracePt t="30357" x="8293100" y="1196975"/>
          <p14:tracePt t="30374" x="7845425" y="1214438"/>
          <p14:tracePt t="30391" x="7716838" y="1214438"/>
          <p14:tracePt t="30408" x="7488238" y="1214438"/>
          <p14:tracePt t="30424" x="7434263" y="1214438"/>
          <p14:tracePt t="30441" x="7351713" y="1223963"/>
          <p14:tracePt t="30458" x="7315200" y="1223963"/>
          <p14:tracePt t="30474" x="7305675" y="1223963"/>
          <p14:tracePt t="30491" x="7296150" y="1223963"/>
          <p14:tracePt t="30518" x="7288213" y="1223963"/>
          <p14:tracePt t="30538" x="7288213" y="1233488"/>
          <p14:tracePt t="30548" x="7296150" y="1241425"/>
          <p14:tracePt t="30558" x="7315200" y="1250950"/>
          <p14:tracePt t="30574" x="7351713" y="1260475"/>
          <p14:tracePt t="30591" x="7397750" y="1270000"/>
          <p14:tracePt t="30608" x="7407275" y="1277938"/>
          <p14:tracePt t="30624" x="7443788" y="1287463"/>
          <p14:tracePt t="30641" x="7451725" y="1287463"/>
          <p14:tracePt t="30658" x="7470775" y="1287463"/>
          <p14:tracePt t="30674" x="7524750" y="1287463"/>
          <p14:tracePt t="30691" x="7626350" y="1287463"/>
          <p14:tracePt t="30708" x="7680325" y="1287463"/>
          <p14:tracePt t="30725" x="7789863" y="1260475"/>
          <p14:tracePt t="30741" x="7826375" y="1250950"/>
          <p14:tracePt t="30758" x="7881938" y="1223963"/>
          <p14:tracePt t="30775" x="7908925" y="1204913"/>
          <p14:tracePt t="30791" x="7918450" y="1187450"/>
          <p14:tracePt t="30808" x="7945438" y="1168400"/>
          <p14:tracePt t="30824" x="7954963" y="1160463"/>
          <p14:tracePt t="30841" x="7962900" y="1160463"/>
          <p14:tracePt t="30858" x="7962900" y="1150938"/>
          <p14:tracePt t="30875" x="7972425" y="1141413"/>
          <p14:tracePt t="30897" x="7972425" y="1131888"/>
          <p14:tracePt t="30908" x="7981950" y="1123950"/>
          <p14:tracePt t="30925" x="7981950" y="1104900"/>
          <p14:tracePt t="30926" x="7981950" y="1095375"/>
          <p14:tracePt t="30941" x="7981950" y="1077913"/>
          <p14:tracePt t="30958" x="7981950" y="1058863"/>
          <p14:tracePt t="30975" x="7991475" y="1050925"/>
          <p14:tracePt t="30992" x="7991475" y="1014413"/>
          <p14:tracePt t="31008" x="8008938" y="958850"/>
          <p14:tracePt t="31025" x="8018463" y="912813"/>
          <p14:tracePt t="31041" x="8045450" y="839788"/>
          <p14:tracePt t="31058" x="8054975" y="812800"/>
          <p14:tracePt t="31075" x="8091488" y="766763"/>
          <p14:tracePt t="31092" x="8101013" y="749300"/>
          <p14:tracePt t="31108" x="8108950" y="749300"/>
          <p14:tracePt t="31125" x="8137525" y="730250"/>
          <p14:tracePt t="31142" x="8164513" y="712788"/>
          <p14:tracePt t="31158" x="8183563" y="703263"/>
          <p14:tracePt t="31175" x="8210550" y="693738"/>
          <p14:tracePt t="31192" x="8220075" y="693738"/>
          <p14:tracePt t="31213" x="8228013" y="693738"/>
          <p14:tracePt t="31242" x="8237538" y="693738"/>
          <p14:tracePt t="31293" x="8247063" y="693738"/>
          <p14:tracePt t="31334" x="8247063" y="684213"/>
          <p14:tracePt t="31346" x="8256588" y="684213"/>
          <p14:tracePt t="31375" x="8264525" y="676275"/>
          <p14:tracePt t="31488" x="8264525" y="666750"/>
          <p14:tracePt t="31509" x="8274050" y="657225"/>
          <p14:tracePt t="31518" x="8274050" y="647700"/>
          <p14:tracePt t="31529" x="8274050" y="630238"/>
          <p14:tracePt t="31542" x="8283575" y="620713"/>
          <p14:tracePt t="32856" x="7808913" y="684213"/>
          <p14:tracePt t="32866" x="7461250" y="822325"/>
          <p14:tracePt t="32877" x="7004050" y="985838"/>
          <p14:tracePt t="32887" x="6594475" y="1095375"/>
          <p14:tracePt t="32900" x="6000750" y="1306513"/>
          <p14:tracePt t="32910" x="5799138" y="1370013"/>
          <p14:tracePt t="32927" x="5407025" y="1489075"/>
          <p14:tracePt t="32943" x="5268913" y="1570038"/>
          <p14:tracePt t="32960" x="5168900" y="1598613"/>
          <p14:tracePt t="32977" x="5151438" y="1606550"/>
          <p14:tracePt t="32993" x="5122863" y="1606550"/>
          <p14:tracePt t="33010" x="5105400" y="1616075"/>
          <p14:tracePt t="33027" x="5095875" y="1616075"/>
          <p14:tracePt t="33091" x="5095875" y="1625600"/>
          <p14:tracePt t="33100" x="5105400" y="1625600"/>
          <p14:tracePt t="33111" x="5151438" y="1635125"/>
          <p14:tracePt t="33121" x="5187950" y="1643063"/>
          <p14:tracePt t="33132" x="5214938" y="1643063"/>
          <p14:tracePt t="33144" x="5251450" y="1643063"/>
          <p14:tracePt t="33160" x="5278438" y="1643063"/>
          <p14:tracePt t="33177" x="5351463" y="1616075"/>
          <p14:tracePt t="33193" x="5443538" y="1552575"/>
          <p14:tracePt t="33210" x="5480050" y="1543050"/>
          <p14:tracePt t="33227" x="5524500" y="1516063"/>
          <p14:tracePt t="33244" x="5553075" y="1506538"/>
          <p14:tracePt t="33260" x="5561013" y="1506538"/>
          <p14:tracePt t="33326" x="5553075" y="1506538"/>
          <p14:tracePt t="33336" x="5534025" y="1506538"/>
          <p14:tracePt t="33347" x="5507038" y="1506538"/>
          <p14:tracePt t="33360" x="5480050" y="1506538"/>
          <p14:tracePt t="33377" x="5443538" y="1506538"/>
          <p14:tracePt t="33394" x="5424488" y="1506538"/>
          <p14:tracePt t="33410" x="5397500" y="1506538"/>
          <p14:tracePt t="33427" x="5378450" y="1506538"/>
          <p14:tracePt t="33428" x="5370513" y="1516063"/>
          <p14:tracePt t="33449" x="5360988" y="1516063"/>
          <p14:tracePt t="33469" x="5351463" y="1525588"/>
          <p14:tracePt t="33478" x="5341938" y="1525588"/>
          <p14:tracePt t="33499" x="5334000" y="1525588"/>
          <p14:tracePt t="33582" x="5334000" y="1533525"/>
          <p14:tracePt t="33600" x="5334000" y="1543050"/>
          <p14:tracePt t="33611" x="5341938" y="1543050"/>
          <p14:tracePt t="33622" x="5360988" y="1543050"/>
          <p14:tracePt t="33632" x="5370513" y="1543050"/>
          <p14:tracePt t="33644" x="5378450" y="1543050"/>
          <p14:tracePt t="33661" x="5397500" y="1543050"/>
          <p14:tracePt t="33677" x="5434013" y="1543050"/>
          <p14:tracePt t="33694" x="5487988" y="1543050"/>
          <p14:tracePt t="33711" x="5534025" y="1562100"/>
          <p14:tracePt t="33727" x="5616575" y="1562100"/>
          <p14:tracePt t="33745" x="5745163" y="1562100"/>
          <p14:tracePt t="33761" x="5808663" y="1552575"/>
          <p14:tracePt t="33777" x="5872163" y="1543050"/>
          <p14:tracePt t="33794" x="5908675" y="1543050"/>
          <p14:tracePt t="33796" x="5927725" y="1533525"/>
          <p14:tracePt t="33811" x="5954713" y="1533525"/>
          <p14:tracePt t="33828" x="5991225" y="1533525"/>
          <p14:tracePt t="33845" x="6008688" y="1533525"/>
          <p14:tracePt t="33861" x="6054725" y="1525588"/>
          <p14:tracePt t="33878" x="6100763" y="1516063"/>
          <p14:tracePt t="33894" x="6118225" y="1497013"/>
          <p14:tracePt t="33911" x="6210300" y="1443038"/>
          <p14:tracePt t="33928" x="6329363" y="1333500"/>
          <p14:tracePt t="33944" x="6410325" y="1250950"/>
          <p14:tracePt t="33961" x="6630988" y="1087438"/>
          <p14:tracePt t="33978" x="6748463" y="1014413"/>
          <p14:tracePt t="33994" x="7086600" y="839788"/>
          <p14:tracePt t="34011" x="7342188" y="703263"/>
          <p14:tracePt t="34028" x="7434263" y="676275"/>
          <p14:tracePt t="36828" x="8035925" y="712788"/>
          <p14:tracePt t="36838" x="7699375" y="895350"/>
          <p14:tracePt t="36848" x="7361238" y="1141413"/>
          <p14:tracePt t="36859" x="6813550" y="1452563"/>
          <p14:tracePt t="36869" x="6483350" y="1652588"/>
          <p14:tracePt t="36880" x="6018213" y="1871663"/>
          <p14:tracePt t="36897" x="5689600" y="2073275"/>
          <p14:tracePt t="36914" x="4913313" y="2528888"/>
          <p14:tracePt t="36930" x="4456113" y="2820988"/>
          <p14:tracePt t="36947" x="4283075" y="2913063"/>
          <p14:tracePt t="36964" x="4100513" y="3041650"/>
          <p14:tracePt t="36981" x="4044950" y="3095625"/>
          <p14:tracePt t="36981" x="4000500" y="3132138"/>
          <p14:tracePt t="36997" x="3971925" y="3141663"/>
          <p14:tracePt t="37014" x="3944938" y="3178175"/>
          <p14:tracePt t="37031" x="3935413" y="3195638"/>
          <p14:tracePt t="37047" x="3917950" y="3214688"/>
          <p14:tracePt t="37064" x="3908425" y="3224213"/>
          <p14:tracePt t="37081" x="3898900" y="3224213"/>
          <p14:tracePt t="37097" x="3898900" y="3241675"/>
          <p14:tracePt t="37114" x="3898900" y="3260725"/>
          <p14:tracePt t="37131" x="3898900" y="3268663"/>
          <p14:tracePt t="37147" x="3890963" y="3268663"/>
          <p14:tracePt t="37186" x="3890963" y="3278188"/>
          <p14:tracePt t="37257" x="3890963" y="3287713"/>
          <p14:tracePt t="37318" x="3890963" y="3297238"/>
          <p14:tracePt t="37328" x="3898900" y="3305175"/>
          <p14:tracePt t="37339" x="3963988" y="3305175"/>
          <p14:tracePt t="37348" x="4054475" y="3305175"/>
          <p14:tracePt t="37364" x="4200525" y="3305175"/>
          <p14:tracePt t="37381" x="4611688" y="3278188"/>
          <p14:tracePt t="37397" x="4757738" y="3251200"/>
          <p14:tracePt t="37414" x="4968875" y="3195638"/>
          <p14:tracePt t="37431" x="5078413" y="3178175"/>
          <p14:tracePt t="37448" x="5105400" y="3178175"/>
          <p14:tracePt t="37464" x="5122863" y="3178175"/>
          <p14:tracePt t="37481" x="5132388" y="3178175"/>
          <p14:tracePt t="37482" x="5141913" y="3178175"/>
          <p14:tracePt t="37503" x="5151438" y="3178175"/>
          <p14:tracePt t="37515" x="5151438" y="3168650"/>
          <p14:tracePt t="37563" x="5159375" y="3168650"/>
          <p14:tracePt t="37971" x="5168900" y="3151188"/>
          <p14:tracePt t="37982" x="5178425" y="3132138"/>
          <p14:tracePt t="37992" x="5187950" y="3114675"/>
          <p14:tracePt t="38004" x="5205413" y="3078163"/>
          <p14:tracePt t="38015" x="5205413" y="3013075"/>
          <p14:tracePt t="38032" x="5187950" y="2913063"/>
          <p14:tracePt t="38048" x="5005388" y="2674938"/>
          <p14:tracePt t="38065" x="4402138" y="2292350"/>
          <p14:tracePt t="38082" x="3954463" y="2182813"/>
          <p14:tracePt t="38098" x="3314700" y="2163763"/>
          <p14:tracePt t="38115" x="2995613" y="2273300"/>
          <p14:tracePt t="38132" x="2876550" y="2365375"/>
          <p14:tracePt t="38148" x="2657475" y="2620963"/>
          <p14:tracePt t="38165" x="2547938" y="2830513"/>
          <p14:tracePt t="38182" x="2530475" y="2930525"/>
          <p14:tracePt t="38198" x="2547938" y="3114675"/>
          <p14:tracePt t="38215" x="2620963" y="3214688"/>
          <p14:tracePt t="38232" x="2968625" y="3543300"/>
          <p14:tracePt t="38248" x="3543300" y="3844925"/>
          <p14:tracePt t="38265" x="3771900" y="3908425"/>
          <p14:tracePt t="38282" x="4319588" y="3935413"/>
          <p14:tracePt t="38298" x="4657725" y="3816350"/>
          <p14:tracePt t="38315" x="4867275" y="3643313"/>
          <p14:tracePt t="38332" x="5122863" y="3433763"/>
          <p14:tracePt t="38349" x="5232400" y="3297238"/>
          <p14:tracePt t="38365" x="5260975" y="3268663"/>
          <p14:tracePt t="38382" x="5305425" y="3187700"/>
          <p14:tracePt t="38398" x="5314950" y="3159125"/>
          <p14:tracePt t="38415" x="5324475" y="3141663"/>
          <p14:tracePt t="38432" x="5334000" y="3122613"/>
          <p14:tracePt t="38449" x="5334000" y="3114675"/>
          <p14:tracePt t="38465" x="5334000" y="3105150"/>
          <p14:tracePt t="38482" x="5334000" y="3095625"/>
          <p14:tracePt t="38483" x="5324475" y="3086100"/>
          <p14:tracePt t="38499" x="5305425" y="3086100"/>
          <p14:tracePt t="38515" x="5251450" y="3078163"/>
          <p14:tracePt t="38532" x="5205413" y="3078163"/>
          <p14:tracePt t="38549" x="5187950" y="3078163"/>
          <p14:tracePt t="38566" x="5151438" y="3078163"/>
          <p14:tracePt t="38582" x="5132388" y="3078163"/>
          <p14:tracePt t="38599" x="5105400" y="3078163"/>
          <p14:tracePt t="38616" x="5049838" y="3078163"/>
          <p14:tracePt t="38632" x="5022850" y="3078163"/>
          <p14:tracePt t="38649" x="4940300" y="3078163"/>
          <p14:tracePt t="38666" x="4876800" y="3086100"/>
          <p14:tracePt t="38682" x="4867275" y="3086100"/>
          <p14:tracePt t="38699" x="4857750" y="3086100"/>
          <p14:tracePt t="38717" x="4849813" y="3086100"/>
          <p14:tracePt t="38747" x="4840288" y="3086100"/>
          <p14:tracePt t="38820" x="4830763" y="3086100"/>
          <p14:tracePt t="39003" x="4821238" y="3086100"/>
          <p14:tracePt t="40075" x="4830763" y="3086100"/>
          <p14:tracePt t="40085" x="4886325" y="3059113"/>
          <p14:tracePt t="40096" x="5005388" y="2986088"/>
          <p14:tracePt t="40106" x="5122863" y="2903538"/>
          <p14:tracePt t="40117" x="5278438" y="2803525"/>
          <p14:tracePt t="40134" x="5397500" y="2730500"/>
          <p14:tracePt t="40150" x="5607050" y="2647950"/>
          <p14:tracePt t="40167" x="5680075" y="2620963"/>
          <p14:tracePt t="40184" x="5699125" y="2611438"/>
          <p14:tracePt t="40200" x="5726113" y="2611438"/>
          <p14:tracePt t="40217" x="5726113" y="2601913"/>
          <p14:tracePt t="40218" x="5735638" y="2601913"/>
          <p14:tracePt t="40259" x="5745163" y="2601913"/>
          <p14:tracePt t="40351" x="5735638" y="2601913"/>
          <p14:tracePt t="40361" x="5726113" y="2601913"/>
          <p14:tracePt t="40372" x="5708650" y="2601913"/>
          <p14:tracePt t="40384" x="5689600" y="2601913"/>
          <p14:tracePt t="40401" x="5680075" y="2601913"/>
          <p14:tracePt t="40417" x="5589588" y="2601913"/>
          <p14:tracePt t="40434" x="5351463" y="2647950"/>
          <p14:tracePt t="40451" x="5232400" y="2657475"/>
          <p14:tracePt t="40467" x="5005388" y="2730500"/>
          <p14:tracePt t="40484" x="4784725" y="2857500"/>
          <p14:tracePt t="40501" x="4703763" y="2959100"/>
          <p14:tracePt t="40517" x="4575175" y="3178175"/>
          <p14:tracePt t="40534" x="4529138" y="3351213"/>
          <p14:tracePt t="40551" x="4529138" y="3406775"/>
          <p14:tracePt t="40567" x="4548188" y="3543300"/>
          <p14:tracePt t="40584" x="4602163" y="3616325"/>
          <p14:tracePt t="40601" x="4932363" y="3771900"/>
          <p14:tracePt t="40617" x="5487988" y="3835400"/>
          <p14:tracePt t="40634" x="5772150" y="3808413"/>
          <p14:tracePt t="40651" x="6419850" y="3579813"/>
          <p14:tracePt t="40667" x="6731000" y="3378200"/>
          <p14:tracePt t="40684" x="6804025" y="3297238"/>
          <p14:tracePt t="40701" x="6894513" y="3114675"/>
          <p14:tracePt t="40718" x="6923088" y="3041650"/>
          <p14:tracePt t="40734" x="6923088" y="3005138"/>
          <p14:tracePt t="40751" x="6831013" y="2968625"/>
          <p14:tracePt t="40768" x="6667500" y="2940050"/>
          <p14:tracePt t="40784" x="6227763" y="2940050"/>
          <p14:tracePt t="40801" x="5772150" y="3013075"/>
          <p14:tracePt t="40818" x="5580063" y="3078163"/>
          <p14:tracePt t="40834" x="5360988" y="3205163"/>
          <p14:tracePt t="40851" x="5232400" y="3297238"/>
          <p14:tracePt t="40868" x="5178425" y="3341688"/>
          <p14:tracePt t="40885" x="5114925" y="3443288"/>
          <p14:tracePt t="40901" x="5078413" y="3560763"/>
          <p14:tracePt t="40918" x="5078413" y="3616325"/>
          <p14:tracePt t="40935" x="5078413" y="3735388"/>
          <p14:tracePt t="40951" x="5078413" y="3779838"/>
          <p14:tracePt t="40968" x="5114925" y="3816350"/>
          <p14:tracePt t="40984" x="5159375" y="3835400"/>
          <p14:tracePt t="41001" x="5205413" y="3835400"/>
          <p14:tracePt t="41018" x="5287963" y="3835400"/>
          <p14:tracePt t="41035" x="5351463" y="3825875"/>
          <p14:tracePt t="41057" x="5360988" y="3816350"/>
          <p14:tracePt t="41068" x="5370513" y="3816350"/>
          <p14:tracePt t="41085" x="5378450" y="3816350"/>
          <p14:tracePt t="41101" x="5378450" y="3808413"/>
          <p14:tracePt t="41157" x="5387975" y="3808413"/>
          <p14:tracePt t="41515" x="5407025" y="3789363"/>
          <p14:tracePt t="41524" x="5451475" y="3716338"/>
          <p14:tracePt t="41536" x="5570538" y="3616325"/>
          <p14:tracePt t="41545" x="5789613" y="3387725"/>
          <p14:tracePt t="41557" x="6110288" y="3095625"/>
          <p14:tracePt t="41568" x="6548438" y="2630488"/>
          <p14:tracePt t="41586" x="7050088" y="2127250"/>
          <p14:tracePt t="41602" x="7178675" y="1990725"/>
          <p14:tracePt t="41618" x="7424738" y="1679575"/>
          <p14:tracePt t="41635" x="7480300" y="1562100"/>
          <p14:tracePt t="41652" x="7524750" y="1470025"/>
          <p14:tracePt t="41668" x="7570788" y="1406525"/>
          <p14:tracePt t="41685" x="7589838" y="1387475"/>
          <p14:tracePt t="41702" x="7607300" y="1360488"/>
          <p14:tracePt t="41719" x="7616825" y="1343025"/>
          <p14:tracePt t="41792" x="7607300" y="1350963"/>
          <p14:tracePt t="41802" x="7570788" y="1379538"/>
          <p14:tracePt t="41812" x="7507288" y="1416050"/>
          <p14:tracePt t="41823" x="7461250" y="1452563"/>
          <p14:tracePt t="41835" x="7378700" y="1497013"/>
          <p14:tracePt t="41852" x="7269163" y="1570038"/>
          <p14:tracePt t="41869" x="7205663" y="1589088"/>
          <p14:tracePt t="41886" x="7142163" y="1643063"/>
          <p14:tracePt t="41902" x="7077075" y="1708150"/>
          <p14:tracePt t="41919" x="7059613" y="1752600"/>
          <p14:tracePt t="41935" x="6986588" y="1862138"/>
          <p14:tracePt t="41952" x="6967538" y="1944688"/>
          <p14:tracePt t="41969" x="6959600" y="2073275"/>
          <p14:tracePt t="41985" x="6959600" y="2163763"/>
          <p14:tracePt t="42002" x="6967538" y="2200275"/>
          <p14:tracePt t="42019" x="7069138" y="2273300"/>
          <p14:tracePt t="42036" x="7443788" y="2382838"/>
          <p14:tracePt t="42052" x="7789863" y="2401888"/>
          <p14:tracePt t="42069" x="8612188" y="2401888"/>
          <p14:tracePt t="42086" x="8840788" y="2401888"/>
          <p14:tracePt t="42086" x="9251950" y="2401888"/>
          <p14:tracePt t="42102" x="9398000" y="2419350"/>
          <p14:tracePt t="42119" x="9617075" y="2455863"/>
          <p14:tracePt t="42136" x="9680575" y="2474913"/>
          <p14:tracePt t="42152" x="9717088" y="2501900"/>
          <p14:tracePt t="42169" x="9726613" y="2501900"/>
          <p14:tracePt t="42199" x="9707563" y="2501900"/>
          <p14:tracePt t="42208" x="9607550" y="2501900"/>
          <p14:tracePt t="42220" x="9534525" y="2484438"/>
          <p14:tracePt t="42236" x="9434513" y="2455863"/>
          <p14:tracePt t="42253" x="9242425" y="2419350"/>
          <p14:tracePt t="42269" x="9150350" y="2401888"/>
          <p14:tracePt t="42286" x="8950325" y="2401888"/>
          <p14:tracePt t="42303" x="8767763" y="2447925"/>
          <p14:tracePt t="42319" x="8658225" y="2492375"/>
          <p14:tracePt t="42336" x="8402638" y="2657475"/>
          <p14:tracePt t="42353" x="8164513" y="2813050"/>
          <p14:tracePt t="42369" x="8101013" y="2886075"/>
          <p14:tracePt t="42386" x="7999413" y="2940050"/>
          <p14:tracePt t="42403" x="7981950" y="2968625"/>
          <p14:tracePt t="42419" x="7972425" y="2976563"/>
          <p14:tracePt t="42436" x="7972425" y="2995613"/>
          <p14:tracePt t="42453" x="8035925" y="2995613"/>
          <p14:tracePt t="42469" x="8410575" y="2995613"/>
          <p14:tracePt t="42486" x="9113838" y="2995613"/>
          <p14:tracePt t="42503" x="9315450" y="2995613"/>
          <p14:tracePt t="42519" x="9780588" y="2995613"/>
          <p14:tracePt t="42536" x="10064750" y="3041650"/>
          <p14:tracePt t="42553" x="10137775" y="3049588"/>
          <p14:tracePt t="42569" x="10182225" y="3059113"/>
          <p14:tracePt t="42586" x="10201275" y="3059113"/>
          <p14:tracePt t="42608" x="10210800" y="3059113"/>
          <p14:tracePt t="42628" x="10191750" y="3059113"/>
          <p14:tracePt t="42637" x="10137775" y="3049588"/>
          <p14:tracePt t="42653" x="9999663" y="3005138"/>
          <p14:tracePt t="42669" x="9744075" y="2995613"/>
          <p14:tracePt t="42686" x="9561513" y="2995613"/>
          <p14:tracePt t="42703" x="9123363" y="2995613"/>
          <p14:tracePt t="42720" x="8831263" y="3059113"/>
          <p14:tracePt t="42736" x="8658225" y="3086100"/>
          <p14:tracePt t="42753" x="8439150" y="3114675"/>
          <p14:tracePt t="42769" x="8356600" y="3132138"/>
          <p14:tracePt t="42786" x="8256588" y="3151188"/>
          <p14:tracePt t="42803" x="8210550" y="3159125"/>
          <p14:tracePt t="42820" x="8201025" y="3168650"/>
          <p14:tracePt t="42836" x="8191500" y="3168650"/>
          <p14:tracePt t="42874" x="8210550" y="3168650"/>
          <p14:tracePt t="42883" x="8293100" y="3168650"/>
          <p14:tracePt t="42894" x="8466138" y="3159125"/>
          <p14:tracePt t="42903" x="8648700" y="3132138"/>
          <p14:tracePt t="42920" x="9040813" y="3095625"/>
          <p14:tracePt t="42936" x="9442450" y="3095625"/>
          <p14:tracePt t="42953" x="9799638" y="3095625"/>
          <p14:tracePt t="42970" x="9936163" y="3095625"/>
          <p14:tracePt t="42986" x="10101263" y="3122613"/>
          <p14:tracePt t="43003" x="10145713" y="3132138"/>
          <p14:tracePt t="43020" x="10210800" y="3141663"/>
          <p14:tracePt t="43037" x="10228263" y="3151188"/>
          <p14:tracePt t="43053" x="10237788" y="3151188"/>
          <p14:tracePt t="43108" x="10228263" y="3159125"/>
          <p14:tracePt t="43117" x="10191750" y="3159125"/>
          <p14:tracePt t="43128" x="10145713" y="3159125"/>
          <p14:tracePt t="43138" x="10109200" y="3168650"/>
          <p14:tracePt t="43153" x="10064750" y="3178175"/>
          <p14:tracePt t="43170" x="10009188" y="3178175"/>
          <p14:tracePt t="43187" x="9963150" y="3178175"/>
          <p14:tracePt t="43203" x="9882188" y="3178175"/>
          <p14:tracePt t="43220" x="9790113" y="3178175"/>
          <p14:tracePt t="43237" x="9772650" y="3178175"/>
          <p14:tracePt t="43253" x="9744075" y="3178175"/>
          <p14:tracePt t="43270" x="9734550" y="3178175"/>
          <p14:tracePt t="43287" x="9717088" y="3178175"/>
          <p14:tracePt t="43721" x="9690100" y="3159125"/>
          <p14:tracePt t="43730" x="9653588" y="3141663"/>
          <p14:tracePt t="43742" x="9617075" y="3122613"/>
          <p14:tracePt t="43754" x="9544050" y="3078163"/>
          <p14:tracePt t="43771" x="9461500" y="3005138"/>
          <p14:tracePt t="43787" x="9288463" y="2803525"/>
          <p14:tracePt t="43804" x="9050338" y="2501900"/>
          <p14:tracePt t="43821" x="8950325" y="2319338"/>
          <p14:tracePt t="43837" x="8767763" y="1862138"/>
          <p14:tracePt t="43854" x="8675688" y="1598613"/>
          <p14:tracePt t="43871" x="8629650" y="1443038"/>
          <p14:tracePt t="43888" x="8602663" y="1260475"/>
          <p14:tracePt t="43904" x="8593138" y="1160463"/>
          <p14:tracePt t="43921" x="8593138" y="1131888"/>
          <p14:tracePt t="43938" x="8585200" y="1095375"/>
          <p14:tracePt t="43954" x="8585200" y="1087438"/>
          <p14:tracePt t="43971" x="8585200" y="1077913"/>
          <p14:tracePt t="43987" x="8585200" y="1068388"/>
          <p14:tracePt t="44004" x="8585200" y="1058863"/>
          <p14:tracePt t="44021" x="8585200" y="1050925"/>
          <p14:tracePt t="44058" x="8585200" y="1041400"/>
          <p14:tracePt t="44077" x="8585200" y="1031875"/>
          <p14:tracePt t="44088" x="8585200" y="1014413"/>
          <p14:tracePt t="44098" x="8585200" y="995363"/>
          <p14:tracePt t="44109" x="8575675" y="968375"/>
          <p14:tracePt t="44121" x="8566150" y="949325"/>
          <p14:tracePt t="44138" x="8548688" y="912813"/>
          <p14:tracePt t="44154" x="8539163" y="903288"/>
          <p14:tracePt t="44171" x="8502650" y="839788"/>
          <p14:tracePt t="44188" x="8483600" y="812800"/>
          <p14:tracePt t="44204" x="8439150" y="739775"/>
          <p14:tracePt t="44221" x="8410575" y="684213"/>
          <p14:tracePt t="44238" x="8402638" y="666750"/>
          <p14:tracePt t="44254" x="8393113" y="647700"/>
          <p14:tracePt t="44271" x="8393113" y="639763"/>
          <p14:tracePt t="44288" x="8393113" y="630238"/>
          <p14:tracePt t="44304" x="8383588" y="630238"/>
          <p14:tracePt t="44321" x="8383588" y="620713"/>
          <p14:tracePt t="47018" x="8154988" y="693738"/>
          <p14:tracePt t="47029" x="7935913" y="985838"/>
          <p14:tracePt t="47038" x="7743825" y="1223963"/>
          <p14:tracePt t="47049" x="7443788" y="1533525"/>
          <p14:tracePt t="47059" x="7223125" y="1781175"/>
          <p14:tracePt t="47074" x="6913563" y="2046288"/>
          <p14:tracePt t="47090" x="6164263" y="2747963"/>
          <p14:tracePt t="47107" x="5891213" y="2959100"/>
          <p14:tracePt t="47124" x="5334000" y="3351213"/>
          <p14:tracePt t="47141" x="4784725" y="3679825"/>
          <p14:tracePt t="47157" x="4521200" y="3835400"/>
          <p14:tracePt t="47174" x="4044950" y="4146550"/>
          <p14:tracePt t="47191" x="3708400" y="4346575"/>
          <p14:tracePt t="47207" x="3570288" y="4438650"/>
          <p14:tracePt t="47224" x="3270250" y="4611688"/>
          <p14:tracePt t="47241" x="3114675" y="4702175"/>
          <p14:tracePt t="47257" x="2932113" y="4840288"/>
          <p14:tracePt t="47274" x="2813050" y="4995863"/>
          <p14:tracePt t="47291" x="2757488" y="5059363"/>
          <p14:tracePt t="47307" x="2667000" y="5186363"/>
          <p14:tracePt t="47324" x="2593975" y="5287963"/>
          <p14:tracePt t="47341" x="2584450" y="5314950"/>
          <p14:tracePt t="47357" x="2557463" y="5360988"/>
          <p14:tracePt t="47374" x="2547938" y="5378450"/>
          <p14:tracePt t="47375" x="2538413" y="5387975"/>
          <p14:tracePt t="47391" x="2530475" y="5397500"/>
          <p14:tracePt t="47407" x="2520950" y="5414963"/>
          <p14:tracePt t="47426" x="2511425" y="5414963"/>
          <p14:tracePt t="47441" x="2511425" y="5424488"/>
          <p14:tracePt t="47518" x="2501900" y="5424488"/>
          <p14:tracePt t="47529" x="2493963" y="5424488"/>
          <p14:tracePt t="47539" x="2484438" y="5424488"/>
          <p14:tracePt t="47549" x="2474913" y="5424488"/>
          <p14:tracePt t="47794" x="2465388" y="5424488"/>
          <p14:tracePt t="47805" x="2457450" y="5397500"/>
          <p14:tracePt t="47815" x="2438400" y="5368925"/>
          <p14:tracePt t="47825" x="2411413" y="5351463"/>
          <p14:tracePt t="47841" x="2328863" y="5295900"/>
          <p14:tracePt t="47858" x="2073275" y="5232400"/>
          <p14:tracePt t="47875" x="1963738" y="5232400"/>
          <p14:tracePt t="47875" x="1835150" y="5232400"/>
          <p14:tracePt t="47891" x="1754188" y="5259388"/>
          <p14:tracePt t="47908" x="1625600" y="5332413"/>
          <p14:tracePt t="47925" x="1606550" y="5351463"/>
          <p14:tracePt t="47941" x="1589088" y="5441950"/>
          <p14:tracePt t="47958" x="1616075" y="5543550"/>
          <p14:tracePt t="47975" x="1735138" y="5624513"/>
          <p14:tracePt t="47991" x="2282825" y="5780088"/>
          <p14:tracePt t="48009" x="2986088" y="5734050"/>
          <p14:tracePt t="48025" x="3397250" y="5616575"/>
          <p14:tracePt t="48041" x="3662363" y="5497513"/>
          <p14:tracePt t="48058" x="3708400" y="5461000"/>
          <p14:tracePt t="48075" x="3771900" y="5387975"/>
          <p14:tracePt t="48091" x="3817938" y="5159375"/>
          <p14:tracePt t="48108" x="3817938" y="5068888"/>
          <p14:tracePt t="48125" x="3762375" y="4894263"/>
          <p14:tracePt t="48142" x="3662363" y="4821238"/>
          <p14:tracePt t="48142" x="3552825" y="4730750"/>
          <p14:tracePt t="48158" x="3406775" y="4657725"/>
          <p14:tracePt t="48175" x="3086100" y="4584700"/>
          <p14:tracePt t="48192" x="2922588" y="4565650"/>
          <p14:tracePt t="48208" x="2538413" y="4602163"/>
          <p14:tracePt t="48225" x="2155825" y="4794250"/>
          <p14:tracePt t="48242" x="1973263" y="4949825"/>
          <p14:tracePt t="48259" x="1744663" y="5178425"/>
          <p14:tracePt t="48275" x="1635125" y="5360988"/>
          <p14:tracePt t="48292" x="1606550" y="5414963"/>
          <p14:tracePt t="48308" x="1598613" y="5588000"/>
          <p14:tracePt t="48325" x="1625600" y="5762625"/>
          <p14:tracePt t="48342" x="1698625" y="5843588"/>
          <p14:tracePt t="48358" x="1927225" y="6054725"/>
          <p14:tracePt t="48375" x="2173288" y="6154738"/>
          <p14:tracePt t="48392" x="2355850" y="6173788"/>
          <p14:tracePt t="48409" x="2630488" y="6173788"/>
          <p14:tracePt t="48425" x="2730500" y="6118225"/>
          <p14:tracePt t="48442" x="2913063" y="5918200"/>
          <p14:tracePt t="48459" x="3032125" y="5697538"/>
          <p14:tracePt t="48475" x="3059113" y="5607050"/>
          <p14:tracePt t="48492" x="3086100" y="5414963"/>
          <p14:tracePt t="48509" x="3059113" y="5278438"/>
          <p14:tracePt t="48525" x="3022600" y="5232400"/>
          <p14:tracePt t="48542" x="2767013" y="5068888"/>
          <p14:tracePt t="48559" x="2584450" y="5022850"/>
          <p14:tracePt t="48575" x="2255838" y="5003800"/>
          <p14:tracePt t="48592" x="1854200" y="5159375"/>
          <p14:tracePt t="48609" x="1735138" y="5232400"/>
          <p14:tracePt t="48625" x="1470025" y="5441950"/>
          <p14:tracePt t="48642" x="1370013" y="5524500"/>
          <p14:tracePt t="48643" x="1314450" y="5580063"/>
          <p14:tracePt t="48659" x="1250950" y="5680075"/>
          <p14:tracePt t="48675" x="1177925" y="5799138"/>
          <p14:tracePt t="48692" x="1168400" y="5935663"/>
          <p14:tracePt t="48709" x="1168400" y="5981700"/>
          <p14:tracePt t="48726" x="1223963" y="6081713"/>
          <p14:tracePt t="48742" x="1287463" y="6137275"/>
          <p14:tracePt t="48759" x="1516063" y="6237288"/>
          <p14:tracePt t="48776" x="1689100" y="6291263"/>
          <p14:tracePt t="48792" x="1771650" y="6300788"/>
          <p14:tracePt t="48809" x="1871663" y="6291263"/>
          <p14:tracePt t="48826" x="2036763" y="6145213"/>
          <p14:tracePt t="48842" x="2136775" y="6045200"/>
          <p14:tracePt t="48859" x="2282825" y="5862638"/>
          <p14:tracePt t="48876" x="2365375" y="5780088"/>
          <p14:tracePt t="48893" x="2374900" y="5753100"/>
          <p14:tracePt t="48909" x="2401888" y="5707063"/>
          <p14:tracePt t="48927" x="2401888" y="5689600"/>
          <p14:tracePt t="48942" x="2401888" y="5680075"/>
          <p14:tracePt t="48959" x="2401888" y="5643563"/>
          <p14:tracePt t="48976" x="2401888" y="5634038"/>
          <p14:tracePt t="48992" x="2374900" y="5624513"/>
          <p14:tracePt t="49009" x="2338388" y="5607050"/>
          <p14:tracePt t="49026" x="2328863" y="5607050"/>
          <p14:tracePt t="49043" x="2309813" y="5607050"/>
          <p14:tracePt t="49059" x="2301875" y="5607050"/>
          <p14:tracePt t="49076" x="2292350" y="5607050"/>
          <p14:tracePt t="49101" x="2282825" y="5607050"/>
          <p14:tracePt t="49173" x="2273300" y="5607050"/>
          <p14:tracePt t="49550" x="2273300" y="5588000"/>
          <p14:tracePt t="49560" x="2346325" y="5534025"/>
          <p14:tracePt t="49570" x="2547938" y="5341938"/>
          <p14:tracePt t="49582" x="3141663" y="4940300"/>
          <p14:tracePt t="49593" x="3652838" y="4602163"/>
          <p14:tracePt t="49610" x="4448175" y="4264025"/>
          <p14:tracePt t="49626" x="5762625" y="3779838"/>
          <p14:tracePt t="49643" x="6757988" y="3543300"/>
          <p14:tracePt t="49660" x="7023100" y="3470275"/>
          <p14:tracePt t="49677" x="7643813" y="3333750"/>
          <p14:tracePt t="49693" x="8128000" y="3205163"/>
          <p14:tracePt t="49710" x="8274050" y="3141663"/>
          <p14:tracePt t="49726" x="8439150" y="3059113"/>
          <p14:tracePt t="49743" x="8483600" y="3022600"/>
          <p14:tracePt t="49760" x="8602663" y="2940050"/>
          <p14:tracePt t="49776" x="8739188" y="2767013"/>
          <p14:tracePt t="49793" x="8812213" y="2684463"/>
          <p14:tracePt t="49810" x="8950325" y="2465388"/>
          <p14:tracePt t="49826" x="9023350" y="2236788"/>
          <p14:tracePt t="49843" x="9040813" y="2090738"/>
          <p14:tracePt t="49860" x="9040813" y="1744663"/>
          <p14:tracePt t="49877" x="8977313" y="1516063"/>
          <p14:tracePt t="49893" x="8950325" y="1443038"/>
          <p14:tracePt t="49910" x="8867775" y="1350963"/>
          <p14:tracePt t="49927" x="8785225" y="1296988"/>
          <p14:tracePt t="49943" x="8593138" y="1214438"/>
          <p14:tracePt t="49960" x="8374063" y="1114425"/>
          <p14:tracePt t="49977" x="8310563" y="1068388"/>
          <p14:tracePt t="49993" x="8256588" y="1022350"/>
          <p14:tracePt t="50010" x="8228013" y="995363"/>
          <p14:tracePt t="50027" x="8228013" y="985838"/>
          <p14:tracePt t="50043" x="8228013" y="976313"/>
          <p14:tracePt t="50060" x="8220075" y="976313"/>
          <p14:tracePt t="50077" x="8210550" y="968375"/>
          <p14:tracePt t="50122" x="8210550" y="958850"/>
          <p14:tracePt t="50142" x="8201025" y="958850"/>
          <p14:tracePt t="50183" x="8201025" y="949325"/>
          <p14:tracePt t="50193" x="8201025" y="939800"/>
          <p14:tracePt t="50204" x="8201025" y="912813"/>
          <p14:tracePt t="50215" x="8201025" y="895350"/>
          <p14:tracePt t="50227" x="8201025" y="866775"/>
          <p14:tracePt t="50244" x="8220075" y="830263"/>
          <p14:tracePt t="50260" x="8237538" y="812800"/>
          <p14:tracePt t="50277" x="8256588" y="776288"/>
          <p14:tracePt t="50294" x="8264525" y="766763"/>
          <p14:tracePt t="50310" x="8274050" y="749300"/>
          <p14:tracePt t="50327" x="8283575" y="730250"/>
          <p14:tracePt t="50344" x="8283575" y="720725"/>
          <p14:tracePt t="50360" x="8293100" y="693738"/>
          <p14:tracePt t="50377" x="8301038" y="666750"/>
          <p14:tracePt t="50394" x="8301038" y="647700"/>
          <p14:tracePt t="58652" x="8483600" y="511175"/>
          <p14:tracePt t="58662" x="8694738" y="557213"/>
          <p14:tracePt t="58673" x="8959850" y="657225"/>
          <p14:tracePt t="58685" x="9442450" y="803275"/>
          <p14:tracePt t="58702" x="9726613" y="939800"/>
          <p14:tracePt t="58703" x="10164763" y="1160463"/>
          <p14:tracePt t="58719" x="10410825" y="1296988"/>
          <p14:tracePt t="58735" x="10922000" y="1579563"/>
          <p14:tracePt t="58752" x="11177588" y="1744663"/>
          <p14:tracePt t="58769" x="11515725" y="1963738"/>
          <p14:tracePt t="58785" x="11909425" y="2163763"/>
          <p14:tracePt t="58802" x="12026900" y="2246313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A770F-1D17-4CB8-E8CE-952EAEE6D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7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18"/>
    </mc:Choice>
    <mc:Fallback xmlns="">
      <p:transition spd="slow" advTm="85418"/>
    </mc:Fallback>
  </mc:AlternateContent>
  <p:extLst>
    <p:ext uri="{3A86A75C-4F4B-4683-9AE1-C65F6400EC91}">
      <p14:laserTraceLst xmlns:p14="http://schemas.microsoft.com/office/powerpoint/2010/main">
        <p14:tracePtLst>
          <p14:tracePt t="1687" x="11060113" y="3141663"/>
          <p14:tracePt t="1697" x="10447338" y="3205163"/>
          <p14:tracePt t="1708" x="9424988" y="3406775"/>
          <p14:tracePt t="1721" x="8904288" y="3560763"/>
          <p14:tracePt t="1738" x="7981950" y="3789363"/>
          <p14:tracePt t="1738" x="7488238" y="3963988"/>
          <p14:tracePt t="1754" x="6784975" y="4173538"/>
          <p14:tracePt t="1771" x="5808663" y="4675188"/>
          <p14:tracePt t="1788" x="5507038" y="4894263"/>
          <p14:tracePt t="1805" x="5013325" y="5268913"/>
          <p14:tracePt t="1821" x="4803775" y="5514975"/>
          <p14:tracePt t="1838" x="4730750" y="5634038"/>
          <p14:tracePt t="1855" x="4657725" y="5899150"/>
          <p14:tracePt t="1871" x="4675188" y="6081713"/>
          <p14:tracePt t="1888" x="4730750" y="6181725"/>
          <p14:tracePt t="1905" x="4940300" y="6392863"/>
          <p14:tracePt t="1921" x="5187950" y="6519863"/>
          <p14:tracePt t="1922" x="5497513" y="6619875"/>
          <p14:tracePt t="1938" x="5954713" y="6665913"/>
          <p14:tracePt t="1955" x="6667500" y="6665913"/>
          <p14:tracePt t="1971" x="6850063" y="6638925"/>
          <p14:tracePt t="1988" x="7215188" y="6546850"/>
          <p14:tracePt t="2005" x="7451725" y="6419850"/>
          <p14:tracePt t="2021" x="7570788" y="6310313"/>
          <p14:tracePt t="2038" x="7726363" y="6108700"/>
          <p14:tracePt t="2055" x="7816850" y="5926138"/>
          <p14:tracePt t="2071" x="7826375" y="5853113"/>
          <p14:tracePt t="2088" x="7835900" y="5734050"/>
          <p14:tracePt t="2105" x="7835900" y="5680075"/>
          <p14:tracePt t="2121" x="7835900" y="5670550"/>
          <p14:tracePt t="2138" x="7835900" y="5643563"/>
          <p14:tracePt t="2167" x="7835900" y="5634038"/>
          <p14:tracePt t="2238" x="7835900" y="5624513"/>
          <p14:tracePt t="2381" x="7835900" y="5616575"/>
          <p14:tracePt t="2524" x="7835900" y="5607050"/>
          <p14:tracePt t="7990" x="7816850" y="5597525"/>
          <p14:tracePt t="7999" x="7780338" y="5580063"/>
          <p14:tracePt t="8011" x="7707313" y="5551488"/>
          <p14:tracePt t="8020" x="7597775" y="5497513"/>
          <p14:tracePt t="8030" x="7424738" y="5397500"/>
          <p14:tracePt t="8044" x="7205663" y="5268913"/>
          <p14:tracePt t="8061" x="6402388" y="4821238"/>
          <p14:tracePt t="8077" x="5753100" y="4529138"/>
          <p14:tracePt t="8094" x="4548188" y="4273550"/>
          <p14:tracePt t="8110" x="4219575" y="4219575"/>
          <p14:tracePt t="8127" x="3470275" y="4191000"/>
          <p14:tracePt t="8144" x="2932113" y="4210050"/>
          <p14:tracePt t="8161" x="2757488" y="4292600"/>
          <p14:tracePt t="8177" x="2520950" y="4483100"/>
          <p14:tracePt t="8194" x="2319338" y="4784725"/>
          <p14:tracePt t="8211" x="2246313" y="4894263"/>
          <p14:tracePt t="8227" x="2155825" y="5132388"/>
          <p14:tracePt t="8244" x="2155825" y="5241925"/>
          <p14:tracePt t="8261" x="2155825" y="5551488"/>
          <p14:tracePt t="8277" x="2246313" y="5799138"/>
          <p14:tracePt t="8294" x="2301875" y="5881688"/>
          <p14:tracePt t="8311" x="2438400" y="5972175"/>
          <p14:tracePt t="8327" x="2657475" y="6018213"/>
          <p14:tracePt t="8344" x="2767013" y="6018213"/>
          <p14:tracePt t="8361" x="3059113" y="5743575"/>
          <p14:tracePt t="8377" x="3232150" y="5514975"/>
          <p14:tracePt t="8378" x="3460750" y="5141913"/>
          <p14:tracePt t="8394" x="3579813" y="4959350"/>
          <p14:tracePt t="8411" x="3781425" y="4538663"/>
          <p14:tracePt t="8428" x="3844925" y="4329113"/>
          <p14:tracePt t="8444" x="3862388" y="4100513"/>
          <p14:tracePt t="8461" x="3798888" y="3889375"/>
          <p14:tracePt t="8477" x="3744913" y="3825875"/>
          <p14:tracePt t="8494" x="3562350" y="3689350"/>
          <p14:tracePt t="8511" x="3287713" y="3652838"/>
          <p14:tracePt t="8528" x="3151188" y="3679825"/>
          <p14:tracePt t="8544" x="2940050" y="3808413"/>
          <p14:tracePt t="8561" x="2740025" y="4044950"/>
          <p14:tracePt t="8578" x="2611438" y="4300538"/>
          <p14:tracePt t="8595" x="2530475" y="4584700"/>
          <p14:tracePt t="8611" x="2511425" y="4694238"/>
          <p14:tracePt t="8628" x="2501900" y="4930775"/>
          <p14:tracePt t="8644" x="2593975" y="5159375"/>
          <p14:tracePt t="8661" x="2640013" y="5232400"/>
          <p14:tracePt t="8678" x="2867025" y="5405438"/>
          <p14:tracePt t="8695" x="3159125" y="5470525"/>
          <p14:tracePt t="8711" x="3287713" y="5470525"/>
          <p14:tracePt t="8728" x="3598863" y="5305425"/>
          <p14:tracePt t="8745" x="3698875" y="5195888"/>
          <p14:tracePt t="8745" x="3817938" y="5113338"/>
          <p14:tracePt t="8761" x="3908425" y="5022850"/>
          <p14:tracePt t="8778" x="3990975" y="4930775"/>
          <p14:tracePt t="8795" x="4027488" y="4876800"/>
          <p14:tracePt t="8811" x="4054475" y="4830763"/>
          <p14:tracePt t="8828" x="4073525" y="4803775"/>
          <p14:tracePt t="8845" x="4073525" y="4794250"/>
          <p14:tracePt t="8861" x="4073525" y="4784725"/>
          <p14:tracePt t="8878" x="4083050" y="4775200"/>
          <p14:tracePt t="9072" x="4083050" y="4767263"/>
          <p14:tracePt t="9154" x="4083050" y="4757738"/>
          <p14:tracePt t="9532" x="4090988" y="4748213"/>
          <p14:tracePt t="9562" x="4100513" y="4748213"/>
          <p14:tracePt t="9573" x="4100513" y="4738688"/>
          <p14:tracePt t="9583" x="4110038" y="4738688"/>
          <p14:tracePt t="9595" x="4110038" y="4730750"/>
          <p14:tracePt t="9612" x="4119563" y="4730750"/>
          <p14:tracePt t="9629" x="4137025" y="4721225"/>
          <p14:tracePt t="9645" x="4164013" y="4702175"/>
          <p14:tracePt t="9662" x="4173538" y="4702175"/>
          <p14:tracePt t="9679" x="4192588" y="4684713"/>
          <p14:tracePt t="9696" x="4200525" y="4675188"/>
          <p14:tracePt t="9712" x="4210050" y="4675188"/>
          <p14:tracePt t="9729" x="4219575" y="4665663"/>
          <p14:tracePt t="9756" x="4229100" y="4665663"/>
          <p14:tracePt t="9777" x="4229100" y="4657725"/>
          <p14:tracePt t="9798" x="4237038" y="4657725"/>
          <p14:tracePt t="9879" x="4237038" y="4648200"/>
          <p14:tracePt t="9889" x="4246563" y="4648200"/>
          <p14:tracePt t="9920" x="4256088" y="4648200"/>
          <p14:tracePt t="9950" x="4265613" y="4648200"/>
          <p14:tracePt t="9961" x="4265613" y="4638675"/>
          <p14:tracePt t="10032" x="4273550" y="4638675"/>
          <p14:tracePt t="10593" x="4292600" y="4638675"/>
          <p14:tracePt t="10614" x="4302125" y="4638675"/>
          <p14:tracePt t="10625" x="4319588" y="4638675"/>
          <p14:tracePt t="10635" x="4329113" y="4638675"/>
          <p14:tracePt t="10646" x="4338638" y="4638675"/>
          <p14:tracePt t="10663" x="4346575" y="4638675"/>
          <p14:tracePt t="10680" x="4365625" y="4638675"/>
          <p14:tracePt t="10696" x="4392613" y="4638675"/>
          <p14:tracePt t="10713" x="4419600" y="4638675"/>
          <p14:tracePt t="10730" x="4502150" y="4629150"/>
          <p14:tracePt t="10747" x="4657725" y="4575175"/>
          <p14:tracePt t="10763" x="4821238" y="4511675"/>
          <p14:tracePt t="10780" x="5232400" y="4273550"/>
          <p14:tracePt t="10797" x="5370513" y="4154488"/>
          <p14:tracePt t="10814" x="5670550" y="3898900"/>
          <p14:tracePt t="10830" x="6008688" y="3589338"/>
          <p14:tracePt t="10847" x="6146800" y="3451225"/>
          <p14:tracePt t="10863" x="6346825" y="3132138"/>
          <p14:tracePt t="10880" x="6392863" y="3005138"/>
          <p14:tracePt t="10881" x="6429375" y="2922588"/>
          <p14:tracePt t="10897" x="6429375" y="2830513"/>
          <p14:tracePt t="10913" x="6410325" y="2657475"/>
          <p14:tracePt t="10930" x="6383338" y="2630488"/>
          <p14:tracePt t="10931" x="6300788" y="2574925"/>
          <p14:tracePt t="10947" x="6154738" y="2557463"/>
          <p14:tracePt t="10963" x="5854700" y="2620963"/>
          <p14:tracePt t="10980" x="5699125" y="2730500"/>
          <p14:tracePt t="10997" x="5278438" y="3195638"/>
          <p14:tracePt t="11014" x="4840288" y="4090988"/>
          <p14:tracePt t="11030" x="4767263" y="4556125"/>
          <p14:tracePt t="11047" x="4767263" y="4986338"/>
          <p14:tracePt t="11064" x="4886325" y="5222875"/>
          <p14:tracePt t="11080" x="4995863" y="5324475"/>
          <p14:tracePt t="11097" x="5434013" y="5580063"/>
          <p14:tracePt t="11114" x="5835650" y="5670550"/>
          <p14:tracePt t="11130" x="6329363" y="5670550"/>
          <p14:tracePt t="11147" x="6858000" y="5497513"/>
          <p14:tracePt t="11164" x="6996113" y="5405438"/>
          <p14:tracePt t="11180" x="7259638" y="5059363"/>
          <p14:tracePt t="11197" x="7524750" y="4127500"/>
          <p14:tracePt t="11214" x="7570788" y="3414713"/>
          <p14:tracePt t="11231" x="7553325" y="2986088"/>
          <p14:tracePt t="11247" x="7507288" y="2813050"/>
          <p14:tracePt t="11248" x="7407275" y="2638425"/>
          <p14:tracePt t="11264" x="7342188" y="2557463"/>
          <p14:tracePt t="11281" x="7077075" y="2474913"/>
          <p14:tracePt t="11297" x="6931025" y="2474913"/>
          <p14:tracePt t="11298" x="6711950" y="2547938"/>
          <p14:tracePt t="11314" x="6557963" y="2638425"/>
          <p14:tracePt t="11330" x="6264275" y="2894013"/>
          <p14:tracePt t="11347" x="6146800" y="3049588"/>
          <p14:tracePt t="11364" x="5908675" y="3625850"/>
          <p14:tracePt t="11381" x="5881688" y="3935413"/>
          <p14:tracePt t="11397" x="5881688" y="4100513"/>
          <p14:tracePt t="11414" x="5972175" y="4310063"/>
          <p14:tracePt t="11431" x="6037263" y="4402138"/>
          <p14:tracePt t="11431" x="6210300" y="4475163"/>
          <p14:tracePt t="11447" x="6329363" y="4529138"/>
          <p14:tracePt t="11464" x="6565900" y="4548188"/>
          <p14:tracePt t="11481" x="6711950" y="4529138"/>
          <p14:tracePt t="11497" x="6931025" y="4392613"/>
          <p14:tracePt t="11514" x="7069138" y="4246563"/>
          <p14:tracePt t="11531" x="7142163" y="4164013"/>
          <p14:tracePt t="11547" x="7232650" y="3981450"/>
          <p14:tracePt t="11564" x="7278688" y="3735388"/>
          <p14:tracePt t="11581" x="7278688" y="3643313"/>
          <p14:tracePt t="11597" x="7259638" y="3487738"/>
          <p14:tracePt t="11614" x="7251700" y="3460750"/>
          <p14:tracePt t="11631" x="7205663" y="3414713"/>
          <p14:tracePt t="11648" x="7142163" y="3370263"/>
          <p14:tracePt t="11664" x="7123113" y="3360738"/>
          <p14:tracePt t="11681" x="7086600" y="3351213"/>
          <p14:tracePt t="11698" x="7069138" y="3351213"/>
          <p14:tracePt t="11714" x="7059613" y="3351213"/>
          <p14:tracePt t="11731" x="7050088" y="3351213"/>
          <p14:tracePt t="11748" x="7040563" y="3351213"/>
          <p14:tracePt t="11819" x="7032625" y="3351213"/>
          <p14:tracePt t="11901" x="7023100" y="3351213"/>
          <p14:tracePt t="12699" x="7023100" y="3333750"/>
          <p14:tracePt t="12708" x="7023100" y="3297238"/>
          <p14:tracePt t="12719" x="7040563" y="3159125"/>
          <p14:tracePt t="12732" x="7086600" y="3032125"/>
          <p14:tracePt t="12749" x="7232650" y="2711450"/>
          <p14:tracePt t="12765" x="7351713" y="2501900"/>
          <p14:tracePt t="12782" x="7534275" y="2219325"/>
          <p14:tracePt t="12799" x="7662863" y="2017713"/>
          <p14:tracePt t="12815" x="7716838" y="1954213"/>
          <p14:tracePt t="12832" x="7780338" y="1862138"/>
          <p14:tracePt t="12848" x="7799388" y="1817688"/>
          <p14:tracePt t="12865" x="7826375" y="1762125"/>
          <p14:tracePt t="12882" x="7853363" y="1679575"/>
          <p14:tracePt t="12899" x="7862888" y="1652588"/>
          <p14:tracePt t="12915" x="7872413" y="1562100"/>
          <p14:tracePt t="12932" x="7881938" y="1525588"/>
          <p14:tracePt t="12932" x="7881938" y="1497013"/>
          <p14:tracePt t="12949" x="7889875" y="1479550"/>
          <p14:tracePt t="12965" x="7889875" y="1452563"/>
          <p14:tracePt t="12983" x="7889875" y="1443038"/>
          <p14:tracePt t="13014" x="7889875" y="1433513"/>
          <p14:tracePt t="13045" x="7889875" y="1423988"/>
          <p14:tracePt t="13055" x="7899400" y="1423988"/>
          <p14:tracePt t="13066" x="7908925" y="1406525"/>
          <p14:tracePt t="13075" x="7926388" y="1387475"/>
          <p14:tracePt t="13087" x="7945438" y="1360488"/>
          <p14:tracePt t="13099" x="7962900" y="1343025"/>
          <p14:tracePt t="13115" x="7981950" y="1323975"/>
          <p14:tracePt t="13132" x="8027988" y="1296988"/>
          <p14:tracePt t="13149" x="8035925" y="1277938"/>
          <p14:tracePt t="13168" x="8045450" y="1277938"/>
          <p14:tracePt t="13188" x="8045450" y="1270000"/>
          <p14:tracePt t="13219" x="8035925" y="1270000"/>
          <p14:tracePt t="13228" x="7999413" y="1270000"/>
          <p14:tracePt t="13239" x="7945438" y="1270000"/>
          <p14:tracePt t="13249" x="7835900" y="1270000"/>
          <p14:tracePt t="13266" x="7662863" y="1306513"/>
          <p14:tracePt t="13282" x="7334250" y="1343025"/>
          <p14:tracePt t="13299" x="6959600" y="1433513"/>
          <p14:tracePt t="13316" x="6804025" y="1470025"/>
          <p14:tracePt t="13332" x="6557963" y="1533525"/>
          <p14:tracePt t="13349" x="6483350" y="1562100"/>
          <p14:tracePt t="13366" x="6438900" y="1562100"/>
          <p14:tracePt t="13382" x="6419850" y="1570038"/>
          <p14:tracePt t="13423" x="6438900" y="1589088"/>
          <p14:tracePt t="13433" x="6538913" y="1606550"/>
          <p14:tracePt t="13444" x="6648450" y="1635125"/>
          <p14:tracePt t="13454" x="6831013" y="1679575"/>
          <p14:tracePt t="13466" x="6967538" y="1689100"/>
          <p14:tracePt t="13483" x="7132638" y="1735138"/>
          <p14:tracePt t="13483" x="7215188" y="1762125"/>
          <p14:tracePt t="13499" x="7288213" y="1781175"/>
          <p14:tracePt t="13516" x="7334250" y="1789113"/>
          <p14:tracePt t="13533" x="7351713" y="1789113"/>
          <p14:tracePt t="13549" x="7370763" y="1789113"/>
          <p14:tracePt t="13576" x="7378700" y="1789113"/>
          <p14:tracePt t="14005" x="7388225" y="1781175"/>
          <p14:tracePt t="14015" x="7415213" y="1735138"/>
          <p14:tracePt t="14025" x="7524750" y="1643063"/>
          <p14:tracePt t="14036" x="7643813" y="1543050"/>
          <p14:tracePt t="14050" x="7872413" y="1296988"/>
          <p14:tracePt t="14066" x="8108950" y="1022350"/>
          <p14:tracePt t="14083" x="8201025" y="931863"/>
          <p14:tracePt t="14100" x="8283575" y="822325"/>
          <p14:tracePt t="14117" x="8366125" y="739775"/>
          <p14:tracePt t="14133" x="8393113" y="693738"/>
          <p14:tracePt t="14150" x="8439150" y="630238"/>
          <p14:tracePt t="14167" x="8447088" y="603250"/>
          <p14:tracePt t="14183" x="8493125" y="566738"/>
          <p14:tracePt t="14200" x="8502650" y="538163"/>
          <p14:tracePt t="14217" x="8502650" y="530225"/>
          <p14:tracePt t="14233" x="8502650" y="520700"/>
          <p14:tracePt t="14301" x="8502650" y="511175"/>
          <p14:tracePt t="14322" x="8502650" y="501650"/>
          <p14:tracePt t="14331" x="8502650" y="493713"/>
          <p14:tracePt t="14403" x="8483600" y="493713"/>
          <p14:tracePt t="14414" x="8475663" y="493713"/>
          <p14:tracePt t="14423" x="8456613" y="493713"/>
          <p14:tracePt t="14434" x="8447088" y="501650"/>
          <p14:tracePt t="14450" x="8439150" y="501650"/>
          <p14:tracePt t="14467" x="8429625" y="501650"/>
          <p14:tracePt t="14483" x="8420100" y="511175"/>
          <p14:tracePt t="21485" x="6959600" y="812800"/>
          <p14:tracePt t="21496" x="6402388" y="958850"/>
          <p14:tracePt t="21507" x="6073775" y="1041400"/>
          <p14:tracePt t="21524" x="5543550" y="1241425"/>
          <p14:tracePt t="21540" x="4995863" y="1570038"/>
          <p14:tracePt t="21557" x="4740275" y="1817688"/>
          <p14:tracePt t="21574" x="4657725" y="1871663"/>
          <p14:tracePt t="21591" x="4575175" y="2000250"/>
          <p14:tracePt t="21607" x="4565650" y="2063750"/>
          <p14:tracePt t="21624" x="4565650" y="2192338"/>
          <p14:tracePt t="21640" x="4703763" y="2428875"/>
          <p14:tracePt t="21657" x="4821238" y="2547938"/>
          <p14:tracePt t="21674" x="5378450" y="2840038"/>
          <p14:tracePt t="21691" x="5735638" y="2894013"/>
          <p14:tracePt t="21708" x="5899150" y="2894013"/>
          <p14:tracePt t="21724" x="6356350" y="2684463"/>
          <p14:tracePt t="21741" x="6757988" y="2382838"/>
          <p14:tracePt t="21757" x="6913563" y="2273300"/>
          <p14:tracePt t="21774" x="7096125" y="2119313"/>
          <p14:tracePt t="21791" x="7142163" y="2082800"/>
          <p14:tracePt t="21807" x="7178675" y="2063750"/>
          <p14:tracePt t="21824" x="7178675" y="2046288"/>
          <p14:tracePt t="21841" x="7178675" y="2036763"/>
          <p14:tracePt t="21857" x="7150100" y="2017713"/>
          <p14:tracePt t="21874" x="6986588" y="2000250"/>
          <p14:tracePt t="21891" x="6858000" y="1981200"/>
          <p14:tracePt t="21908" x="6602413" y="2000250"/>
          <p14:tracePt t="21924" x="6492875" y="2017713"/>
          <p14:tracePt t="21925" x="6392863" y="2027238"/>
          <p14:tracePt t="21941" x="6337300" y="2046288"/>
          <p14:tracePt t="21958" x="6246813" y="2054225"/>
          <p14:tracePt t="21974" x="6227763" y="2054225"/>
          <p14:tracePt t="21991" x="6210300" y="2054225"/>
          <p14:tracePt t="22037" x="6264275" y="2054225"/>
          <p14:tracePt t="22048" x="6429375" y="2054225"/>
          <p14:tracePt t="22057" x="6594475" y="2054225"/>
          <p14:tracePt t="22067" x="6923088" y="2054225"/>
          <p14:tracePt t="22079" x="7096125" y="2027238"/>
          <p14:tracePt t="22091" x="7324725" y="2000250"/>
          <p14:tracePt t="22108" x="7480300" y="1954213"/>
          <p14:tracePt t="22124" x="7524750" y="1935163"/>
          <p14:tracePt t="22141" x="7553325" y="1898650"/>
          <p14:tracePt t="22158" x="7561263" y="1862138"/>
          <p14:tracePt t="22174" x="7561263" y="1752600"/>
          <p14:tracePt t="22191" x="7497763" y="1643063"/>
          <p14:tracePt t="22208" x="7378700" y="1570038"/>
          <p14:tracePt t="22224" x="7105650" y="1497013"/>
          <p14:tracePt t="22242" x="6711950" y="1479550"/>
          <p14:tracePt t="22258" x="6584950" y="1479550"/>
          <p14:tracePt t="22275" x="6356350" y="1533525"/>
          <p14:tracePt t="22291" x="6292850" y="1570038"/>
          <p14:tracePt t="22292" x="6256338" y="1579563"/>
          <p14:tracePt t="22308" x="6237288" y="1589088"/>
          <p14:tracePt t="22325" x="6227763" y="1606550"/>
          <p14:tracePt t="22341" x="6219825" y="1606550"/>
          <p14:tracePt t="22358" x="6246813" y="1635125"/>
          <p14:tracePt t="22375" x="6521450" y="1635125"/>
          <p14:tracePt t="22391" x="6704013" y="1635125"/>
          <p14:tracePt t="22408" x="7242175" y="1533525"/>
          <p14:tracePt t="22425" x="7407275" y="1497013"/>
          <p14:tracePt t="22425" x="7507288" y="1433513"/>
          <p14:tracePt t="22441" x="7626350" y="1379538"/>
          <p14:tracePt t="22458" x="7816850" y="1160463"/>
          <p14:tracePt t="22475" x="7908925" y="1022350"/>
          <p14:tracePt t="22491" x="8101013" y="693738"/>
          <p14:tracePt t="29364" x="7908925" y="703263"/>
          <p14:tracePt t="29374" x="7726363" y="822325"/>
          <p14:tracePt t="29385" x="7461250" y="1004888"/>
          <p14:tracePt t="29398" x="7305675" y="1114425"/>
          <p14:tracePt t="29415" x="7077075" y="1260475"/>
          <p14:tracePt t="29415" x="6977063" y="1314450"/>
          <p14:tracePt t="29431" x="6840538" y="1406525"/>
          <p14:tracePt t="29448" x="6731000" y="1460500"/>
          <p14:tracePt t="29465" x="6675438" y="1516063"/>
          <p14:tracePt t="29482" x="6657975" y="1525588"/>
          <p14:tracePt t="29498" x="6648450" y="1570038"/>
          <p14:tracePt t="29515" x="6648450" y="1589088"/>
          <p14:tracePt t="29532" x="6684963" y="1652588"/>
          <p14:tracePt t="29548" x="6894513" y="1735138"/>
          <p14:tracePt t="29565" x="6996113" y="1762125"/>
          <p14:tracePt t="29582" x="7215188" y="1789113"/>
          <p14:tracePt t="29598" x="7315200" y="1789113"/>
          <p14:tracePt t="29615" x="7351713" y="1789113"/>
          <p14:tracePt t="29632" x="7388225" y="1789113"/>
          <p14:tracePt t="29649" x="7397750" y="1789113"/>
          <p14:tracePt t="29692" x="7378700" y="1781175"/>
          <p14:tracePt t="29703" x="7342188" y="1771650"/>
          <p14:tracePt t="29712" x="7223125" y="1744663"/>
          <p14:tracePt t="29722" x="7113588" y="1735138"/>
          <p14:tracePt t="29732" x="6950075" y="1716088"/>
          <p14:tracePt t="29749" x="6804025" y="1698625"/>
          <p14:tracePt t="29765" x="6511925" y="1698625"/>
          <p14:tracePt t="29782" x="6219825" y="1716088"/>
          <p14:tracePt t="29799" x="6137275" y="1716088"/>
          <p14:tracePt t="29815" x="6091238" y="1716088"/>
          <p14:tracePt t="29863" x="6118225" y="1708150"/>
          <p14:tracePt t="29874" x="6164263" y="1671638"/>
          <p14:tracePt t="29885" x="6273800" y="1643063"/>
          <p14:tracePt t="29899" x="6419850" y="1635125"/>
          <p14:tracePt t="29916" x="6621463" y="1635125"/>
          <p14:tracePt t="29916" x="6767513" y="1635125"/>
          <p14:tracePt t="29932" x="6950075" y="1635125"/>
          <p14:tracePt t="29949" x="7223125" y="1671638"/>
          <p14:tracePt t="29966" x="7288213" y="1679575"/>
          <p14:tracePt t="29966" x="7342188" y="1689100"/>
          <p14:tracePt t="29982" x="7378700" y="1698625"/>
          <p14:tracePt t="29999" x="7397750" y="1698625"/>
          <p14:tracePt t="30015" x="7407275" y="1698625"/>
          <p14:tracePt t="30048" x="7397750" y="1698625"/>
          <p14:tracePt t="30058" x="7361238" y="1698625"/>
          <p14:tracePt t="30069" x="7278688" y="1698625"/>
          <p14:tracePt t="30082" x="7196138" y="1679575"/>
          <p14:tracePt t="30099" x="6923088" y="1643063"/>
          <p14:tracePt t="30116" x="6794500" y="1625600"/>
          <p14:tracePt t="30132" x="6529388" y="1606550"/>
          <p14:tracePt t="30149" x="6438900" y="1598613"/>
          <p14:tracePt t="30150" x="6365875" y="1598613"/>
          <p14:tracePt t="30166" x="6310313" y="1598613"/>
          <p14:tracePt t="30182" x="6246813" y="1589088"/>
          <p14:tracePt t="30199" x="6237288" y="1589088"/>
          <p14:tracePt t="30216" x="6227763" y="1589088"/>
          <p14:tracePt t="30255" x="6256338" y="1589088"/>
          <p14:tracePt t="30262" x="6329363" y="1589088"/>
          <p14:tracePt t="30273" x="6429375" y="1606550"/>
          <p14:tracePt t="30283" x="6594475" y="1625600"/>
          <p14:tracePt t="30299" x="6684963" y="1625600"/>
          <p14:tracePt t="30316" x="6904038" y="1625600"/>
          <p14:tracePt t="30333" x="6996113" y="1625600"/>
          <p14:tracePt t="30333" x="7023100" y="1625600"/>
          <p14:tracePt t="30349" x="7040563" y="1625600"/>
          <p14:tracePt t="30366" x="7059613" y="1625600"/>
          <p14:tracePt t="30416" x="7050088" y="1625600"/>
          <p14:tracePt t="30425" x="7023100" y="1625600"/>
          <p14:tracePt t="30437" x="6977063" y="1625600"/>
          <p14:tracePt t="30449" x="6913563" y="1625600"/>
          <p14:tracePt t="30467" x="6784975" y="1625600"/>
          <p14:tracePt t="30483" x="6711950" y="1625600"/>
          <p14:tracePt t="30499" x="6521450" y="1616075"/>
          <p14:tracePt t="30516" x="6465888" y="1606550"/>
          <p14:tracePt t="30533" x="6419850" y="1598613"/>
          <p14:tracePt t="30550" x="6402388" y="1589088"/>
          <p14:tracePt t="30566" x="6392863" y="1589088"/>
          <p14:tracePt t="30590" x="6402388" y="1589088"/>
          <p14:tracePt t="30600" x="6438900" y="1589088"/>
          <p14:tracePt t="30616" x="6511925" y="1589088"/>
          <p14:tracePt t="30633" x="6704013" y="1643063"/>
          <p14:tracePt t="30649" x="6784975" y="1662113"/>
          <p14:tracePt t="30651" x="6894513" y="1662113"/>
          <p14:tracePt t="30666" x="6950075" y="1662113"/>
          <p14:tracePt t="30683" x="7032625" y="1662113"/>
          <p14:tracePt t="30699" x="7040563" y="1662113"/>
          <p14:tracePt t="30716" x="7069138" y="1662113"/>
          <p14:tracePt t="30733" x="7077075" y="1662113"/>
          <p14:tracePt t="30884" x="7069138" y="1662113"/>
          <p14:tracePt t="30896" x="7059613" y="1662113"/>
          <p14:tracePt t="30906" x="7050088" y="1662113"/>
          <p14:tracePt t="30916" x="7040563" y="1652588"/>
          <p14:tracePt t="30933" x="7032625" y="1643063"/>
          <p14:tracePt t="30950" x="7013575" y="1635125"/>
          <p14:tracePt t="30967" x="7004050" y="1635125"/>
          <p14:tracePt t="30983" x="6996113" y="1635125"/>
          <p14:tracePt t="31008" x="6996113" y="1625600"/>
          <p14:tracePt t="31018" x="6986588" y="1625600"/>
          <p14:tracePt t="31069" x="6977063" y="1625600"/>
          <p14:tracePt t="38345" x="6986588" y="1606550"/>
          <p14:tracePt t="38356" x="7050088" y="1525588"/>
          <p14:tracePt t="38366" x="7142163" y="1416050"/>
          <p14:tracePt t="38377" x="7259638" y="1277938"/>
          <p14:tracePt t="38390" x="7370763" y="1160463"/>
          <p14:tracePt t="38407" x="7597775" y="885825"/>
          <p14:tracePt t="38424" x="7716838" y="749300"/>
          <p14:tracePt t="38539" x="8410575" y="109538"/>
          <p14:tracePt t="38549" x="8410575" y="100013"/>
          <p14:tracePt t="38560" x="8420100" y="100013"/>
          <p14:tracePt t="38580" x="8429625" y="92075"/>
          <p14:tracePt t="38591" x="8439150" y="82550"/>
          <p14:tracePt t="38607" x="8447088" y="73025"/>
          <p14:tracePt t="38624" x="8456613" y="46038"/>
          <p14:tracePt t="38641" x="8466138" y="26988"/>
          <p14:tracePt t="38662" x="8475663" y="26988"/>
          <p14:tracePt t="38702" x="8475663" y="19050"/>
          <p14:tracePt t="38713" x="8483600" y="19050"/>
          <p14:tracePt t="38723" x="8493125" y="19050"/>
          <p14:tracePt t="38733" x="8502650" y="19050"/>
          <p14:tracePt t="38743" x="8512175" y="19050"/>
          <p14:tracePt t="38757" x="8520113" y="19050"/>
          <p14:tracePt t="38774" x="8529638" y="46038"/>
          <p14:tracePt t="38791" x="8529638" y="73025"/>
          <p14:tracePt t="38807" x="8529638" y="109538"/>
          <p14:tracePt t="38824" x="8512175" y="136525"/>
          <p14:tracePt t="38841" x="8493125" y="155575"/>
          <p14:tracePt t="38857" x="8475663" y="165100"/>
          <p14:tracePt t="38874" x="8466138" y="182563"/>
          <p14:tracePt t="38891" x="8439150" y="238125"/>
          <p14:tracePt t="40796" x="7762875" y="730250"/>
          <p14:tracePt t="40806" x="7534275" y="903288"/>
          <p14:tracePt t="40817" x="7215188" y="1050925"/>
          <p14:tracePt t="40827" x="7004050" y="1160463"/>
          <p14:tracePt t="40843" x="6731000" y="1277938"/>
          <p14:tracePt t="40859" x="6246813" y="1479550"/>
          <p14:tracePt t="40876" x="6100763" y="1525588"/>
          <p14:tracePt t="40893" x="5808663" y="1606550"/>
          <p14:tracePt t="40909" x="5616575" y="1708150"/>
          <p14:tracePt t="40926" x="5534025" y="1752600"/>
          <p14:tracePt t="40943" x="5407025" y="1798638"/>
          <p14:tracePt t="40960" x="5324475" y="1835150"/>
          <p14:tracePt t="40976" x="5297488" y="1835150"/>
          <p14:tracePt t="40993" x="5278438" y="1844675"/>
          <p14:tracePt t="41010" x="5268913" y="1844675"/>
          <p14:tracePt t="41010" x="5260975" y="1844675"/>
          <p14:tracePt t="41082" x="5278438" y="1854200"/>
          <p14:tracePt t="41093" x="5297488" y="1862138"/>
          <p14:tracePt t="41103" x="5334000" y="1881188"/>
          <p14:tracePt t="41113" x="5370513" y="1890713"/>
          <p14:tracePt t="41126" x="5451475" y="1917700"/>
          <p14:tracePt t="41143" x="5662613" y="1954213"/>
          <p14:tracePt t="41160" x="5753100" y="1973263"/>
          <p14:tracePt t="41176" x="5899150" y="1973263"/>
          <p14:tracePt t="41193" x="5991225" y="1981200"/>
          <p14:tracePt t="41210" x="6073775" y="1981200"/>
          <p14:tracePt t="41226" x="6137275" y="1981200"/>
          <p14:tracePt t="41243" x="6154738" y="1981200"/>
          <p14:tracePt t="41260" x="6173788" y="1981200"/>
          <p14:tracePt t="41317" x="6164263" y="1981200"/>
          <p14:tracePt t="41327" x="6137275" y="1981200"/>
          <p14:tracePt t="41337" x="6081713" y="1981200"/>
          <p14:tracePt t="41348" x="6000750" y="1981200"/>
          <p14:tracePt t="41360" x="5872163" y="1981200"/>
          <p14:tracePt t="41377" x="5799138" y="1981200"/>
          <p14:tracePt t="41393" x="5653088" y="1981200"/>
          <p14:tracePt t="41410" x="5553075" y="1981200"/>
          <p14:tracePt t="41427" x="5534025" y="1981200"/>
          <p14:tracePt t="41443" x="5516563" y="1981200"/>
          <p14:tracePt t="41490" x="5534025" y="1981200"/>
          <p14:tracePt t="41501" x="5570538" y="1981200"/>
          <p14:tracePt t="41511" x="5634038" y="2000250"/>
          <p14:tracePt t="41521" x="5762625" y="2009775"/>
          <p14:tracePt t="41532" x="5835650" y="2009775"/>
          <p14:tracePt t="41544" x="5945188" y="2009775"/>
          <p14:tracePt t="41560" x="6000750" y="2009775"/>
          <p14:tracePt t="41561" x="6073775" y="2009775"/>
          <p14:tracePt t="41577" x="6118225" y="2009775"/>
          <p14:tracePt t="41593" x="6164263" y="2009775"/>
          <p14:tracePt t="41610" x="6173788" y="2009775"/>
          <p14:tracePt t="41627" x="6183313" y="2009775"/>
          <p14:tracePt t="41716" x="6146800" y="2000250"/>
          <p14:tracePt t="41726" x="6118225" y="1990725"/>
          <p14:tracePt t="41736" x="6081713" y="1990725"/>
          <p14:tracePt t="41746" x="6045200" y="1990725"/>
          <p14:tracePt t="41760" x="5991225" y="1990725"/>
          <p14:tracePt t="41777" x="5927725" y="1990725"/>
          <p14:tracePt t="41794" x="5908675" y="1990725"/>
          <p14:tracePt t="41811" x="5881688" y="2000250"/>
          <p14:tracePt t="41827" x="5872163" y="2009775"/>
          <p14:tracePt t="41828" x="5872163" y="2017713"/>
          <p14:tracePt t="41844" x="5862638" y="2017713"/>
          <p14:tracePt t="41868" x="5862638" y="2027238"/>
          <p14:tracePt t="41878" x="5872163" y="2046288"/>
          <p14:tracePt t="41894" x="5891213" y="2063750"/>
          <p14:tracePt t="41911" x="5972175" y="2127250"/>
          <p14:tracePt t="41927" x="6018213" y="2163763"/>
          <p14:tracePt t="41944" x="6091238" y="2219325"/>
          <p14:tracePt t="41961" x="6164263" y="2236788"/>
          <p14:tracePt t="41977" x="6191250" y="2236788"/>
          <p14:tracePt t="41994" x="6292850" y="2228850"/>
          <p14:tracePt t="42011" x="6356350" y="2209800"/>
          <p14:tracePt t="42027" x="6365875" y="2182813"/>
          <p14:tracePt t="42044" x="6365875" y="2173288"/>
          <p14:tracePt t="42061" x="6365875" y="2163763"/>
          <p14:tracePt t="42062" x="6365875" y="2146300"/>
          <p14:tracePt t="42077" x="6356350" y="2136775"/>
          <p14:tracePt t="42094" x="6219825" y="2100263"/>
          <p14:tracePt t="42111" x="6146800" y="2090738"/>
          <p14:tracePt t="42128" x="6008688" y="2090738"/>
          <p14:tracePt t="42144" x="5927725" y="2109788"/>
          <p14:tracePt t="42161" x="5908675" y="2127250"/>
          <p14:tracePt t="42177" x="5854700" y="2209800"/>
          <p14:tracePt t="42194" x="5845175" y="2236788"/>
          <p14:tracePt t="42195" x="5826125" y="2273300"/>
          <p14:tracePt t="42211" x="5818188" y="2309813"/>
          <p14:tracePt t="42228" x="5818188" y="2355850"/>
          <p14:tracePt t="42244" x="5818188" y="2374900"/>
          <p14:tracePt t="42261" x="5826125" y="2392363"/>
          <p14:tracePt t="42277" x="5862638" y="2411413"/>
          <p14:tracePt t="42294" x="5899150" y="2411413"/>
          <p14:tracePt t="42311" x="5945188" y="2419350"/>
          <p14:tracePt t="42328" x="5964238" y="2419350"/>
          <p14:tracePt t="42328" x="5981700" y="2419350"/>
          <p14:tracePt t="42349" x="6000750" y="2419350"/>
          <p14:tracePt t="42430" x="6008688" y="2419350"/>
          <p14:tracePt t="42961" x="6027738" y="2411413"/>
          <p14:tracePt t="42972" x="6045200" y="2401888"/>
          <p14:tracePt t="42982" x="6110288" y="2355850"/>
          <p14:tracePt t="42995" x="6173788" y="2301875"/>
          <p14:tracePt t="43012" x="6292850" y="2192338"/>
          <p14:tracePt t="43028" x="6548438" y="1981200"/>
          <p14:tracePt t="43045" x="6804025" y="1817688"/>
          <p14:tracePt t="43062" x="6886575" y="1762125"/>
          <p14:tracePt t="43078" x="7032625" y="1652588"/>
          <p14:tracePt t="43095" x="7150100" y="1525588"/>
          <p14:tracePt t="43112" x="7259638" y="1387475"/>
          <p14:tracePt t="43129" x="7424738" y="1131888"/>
          <p14:tracePt t="43145" x="7543800" y="985838"/>
          <p14:tracePt t="43162" x="7580313" y="949325"/>
          <p14:tracePt t="43178" x="7626350" y="903288"/>
          <p14:tracePt t="43195" x="7670800" y="858838"/>
          <p14:tracePt t="43212" x="7680325" y="849313"/>
          <p14:tracePt t="43228" x="7699375" y="830263"/>
          <p14:tracePt t="43245" x="7707313" y="822325"/>
          <p14:tracePt t="43262" x="7735888" y="793750"/>
          <p14:tracePt t="43279" x="7762875" y="757238"/>
          <p14:tracePt t="43295" x="7789863" y="749300"/>
          <p14:tracePt t="43312" x="7872413" y="666750"/>
          <p14:tracePt t="43329" x="8008938" y="547688"/>
          <p14:tracePt t="48086" x="8201025" y="657225"/>
          <p14:tracePt t="48095" x="8154988" y="703263"/>
          <p14:tracePt t="48106" x="8101013" y="766763"/>
          <p14:tracePt t="48117" x="8027988" y="849313"/>
          <p14:tracePt t="48133" x="7954963" y="949325"/>
          <p14:tracePt t="48150" x="7762875" y="1204913"/>
          <p14:tracePt t="48167" x="7580313" y="1460500"/>
          <p14:tracePt t="48183" x="7480300" y="1589088"/>
          <p14:tracePt t="48200" x="7215188" y="1881188"/>
          <p14:tracePt t="48217" x="7023100" y="2146300"/>
          <p14:tracePt t="48218" x="6913563" y="2301875"/>
          <p14:tracePt t="48233" x="6784975" y="2484438"/>
          <p14:tracePt t="48250" x="6492875" y="2903538"/>
          <p14:tracePt t="48267" x="6392863" y="3049588"/>
          <p14:tracePt t="48283" x="6210300" y="3424238"/>
          <p14:tracePt t="48300" x="6154738" y="3597275"/>
          <p14:tracePt t="48317" x="6154738" y="3689350"/>
          <p14:tracePt t="48334" x="6173788" y="3963988"/>
          <p14:tracePt t="48350" x="6329363" y="4256088"/>
          <p14:tracePt t="48367" x="6392863" y="4319588"/>
          <p14:tracePt t="48383" x="6511925" y="4438650"/>
          <p14:tracePt t="48400" x="6575425" y="4465638"/>
          <p14:tracePt t="48417" x="6767513" y="4456113"/>
          <p14:tracePt t="48434" x="7023100" y="4227513"/>
          <p14:tracePt t="48450" x="7132638" y="4110038"/>
          <p14:tracePt t="48467" x="7259638" y="3927475"/>
          <p14:tracePt t="48484" x="7305675" y="3862388"/>
          <p14:tracePt t="48484" x="7351713" y="3779838"/>
          <p14:tracePt t="48500" x="7361238" y="3679825"/>
          <p14:tracePt t="48517" x="7361238" y="3406775"/>
          <p14:tracePt t="48534" x="7296150" y="3278188"/>
          <p14:tracePt t="48534" x="7242175" y="3214688"/>
          <p14:tracePt t="48550" x="7105650" y="3086100"/>
          <p14:tracePt t="48567" x="6858000" y="2968625"/>
          <p14:tracePt t="48584" x="6767513" y="2968625"/>
          <p14:tracePt t="48600" x="6538913" y="3005138"/>
          <p14:tracePt t="48617" x="6419850" y="3095625"/>
          <p14:tracePt t="48618" x="6337300" y="3151188"/>
          <p14:tracePt t="48634" x="6237288" y="3232150"/>
          <p14:tracePt t="48651" x="6137275" y="3333750"/>
          <p14:tracePt t="48667" x="6081713" y="3397250"/>
          <p14:tracePt t="48684" x="6064250" y="3424238"/>
          <p14:tracePt t="48700" x="6045200" y="3460750"/>
          <p14:tracePt t="48717" x="6037263" y="3479800"/>
          <p14:tracePt t="48734" x="6037263" y="3497263"/>
          <p14:tracePt t="48750" x="6037263" y="3506788"/>
          <p14:tracePt t="48767" x="6037263" y="3516313"/>
          <p14:tracePt t="48784" x="6054725" y="3516313"/>
          <p14:tracePt t="48801" x="6127750" y="3516313"/>
          <p14:tracePt t="48817" x="6146800" y="3487738"/>
          <p14:tracePt t="48834" x="6191250" y="3460750"/>
          <p14:tracePt t="48851" x="6227763" y="3424238"/>
          <p14:tracePt t="48867" x="6246813" y="3378200"/>
          <p14:tracePt t="48884" x="6273800" y="3333750"/>
          <p14:tracePt t="48901" x="6283325" y="3314700"/>
          <p14:tracePt t="48918" x="6292850" y="3278188"/>
          <p14:tracePt t="48934" x="6300788" y="3260725"/>
          <p14:tracePt t="48953" x="6300788" y="3251200"/>
          <p14:tracePt t="48984" x="6300788" y="3241675"/>
          <p14:tracePt t="49382" x="6300788" y="3232150"/>
          <p14:tracePt t="49770" x="6300788" y="3224213"/>
          <p14:tracePt t="49782" x="6310313" y="3214688"/>
          <p14:tracePt t="49791" x="6310313" y="3205163"/>
          <p14:tracePt t="49801" x="6310313" y="3195638"/>
          <p14:tracePt t="49818" x="6319838" y="3168650"/>
          <p14:tracePt t="49835" x="6329363" y="3114675"/>
          <p14:tracePt t="49852" x="6329363" y="3095625"/>
          <p14:tracePt t="49868" x="6329363" y="3068638"/>
          <p14:tracePt t="49885" x="6329363" y="3059113"/>
          <p14:tracePt t="49902" x="6329363" y="3049588"/>
          <p14:tracePt t="49918" x="6329363" y="3041650"/>
          <p14:tracePt t="49935" x="6329363" y="3022600"/>
          <p14:tracePt t="49952" x="6329363" y="3013075"/>
          <p14:tracePt t="49968" x="6310313" y="3005138"/>
          <p14:tracePt t="49985" x="6300788" y="2986088"/>
          <p14:tracePt t="50002" x="6283325" y="2968625"/>
          <p14:tracePt t="50018" x="6219825" y="2940050"/>
          <p14:tracePt t="50035" x="6118225" y="2903538"/>
          <p14:tracePt t="50052" x="6081713" y="2886075"/>
          <p14:tracePt t="50068" x="6027738" y="2857500"/>
          <p14:tracePt t="50085" x="6000750" y="2849563"/>
          <p14:tracePt t="50102" x="5964238" y="2840038"/>
          <p14:tracePt t="50119" x="5954713" y="2830513"/>
          <p14:tracePt t="50140" x="5945188" y="2830513"/>
          <p14:tracePt t="50179" x="5954713" y="2840038"/>
          <p14:tracePt t="50190" x="6000750" y="2876550"/>
          <p14:tracePt t="50199" x="6100763" y="2949575"/>
          <p14:tracePt t="50210" x="6200775" y="3005138"/>
          <p14:tracePt t="50219" x="6310313" y="3049588"/>
          <p14:tracePt t="50235" x="6392863" y="3078163"/>
          <p14:tracePt t="50252" x="6511925" y="3122613"/>
          <p14:tracePt t="50269" x="6557963" y="3132138"/>
          <p14:tracePt t="50285" x="6611938" y="3132138"/>
          <p14:tracePt t="50302" x="6630988" y="3141663"/>
          <p14:tracePt t="50319" x="6638925" y="3141663"/>
          <p14:tracePt t="50335" x="6648450" y="3141663"/>
          <p14:tracePt t="50352" x="6657975" y="3141663"/>
          <p14:tracePt t="50403" x="6657975" y="3151188"/>
          <p14:tracePt t="50413" x="6657975" y="3159125"/>
          <p14:tracePt t="50424" x="6638925" y="3178175"/>
          <p14:tracePt t="50435" x="6621463" y="3195638"/>
          <p14:tracePt t="50452" x="6557963" y="3232150"/>
          <p14:tracePt t="50469" x="6483350" y="3297238"/>
          <p14:tracePt t="50485" x="6392863" y="3341688"/>
          <p14:tracePt t="50502" x="6373813" y="3360738"/>
          <p14:tracePt t="50519" x="6337300" y="3378200"/>
          <p14:tracePt t="50536" x="6319838" y="3387725"/>
          <p14:tracePt t="50552" x="6310313" y="3397250"/>
          <p14:tracePt t="50569" x="6300788" y="3397250"/>
          <p14:tracePt t="50588" x="6300788" y="3406775"/>
          <p14:tracePt t="50602" x="6292850" y="3406775"/>
          <p14:tracePt t="51639" x="6292850" y="3414713"/>
          <p14:tracePt t="51650" x="6283325" y="3414713"/>
          <p14:tracePt t="51741" x="6283325" y="3424238"/>
          <p14:tracePt t="51762" x="6273800" y="3424238"/>
          <p14:tracePt t="51833" x="6273800" y="3433763"/>
          <p14:tracePt t="51854" x="6264275" y="3433763"/>
          <p14:tracePt t="51884" x="6264275" y="3443288"/>
          <p14:tracePt t="51926" x="6256338" y="3443288"/>
          <p14:tracePt t="51935" x="6256338" y="3451225"/>
          <p14:tracePt t="51985" x="6256338" y="3460750"/>
          <p14:tracePt t="52037" x="6246813" y="3460750"/>
          <p14:tracePt t="52497" x="6246813" y="3451225"/>
          <p14:tracePt t="52508" x="6246813" y="3406775"/>
          <p14:tracePt t="52517" x="6273800" y="3378200"/>
          <p14:tracePt t="52527" x="6310313" y="3305175"/>
          <p14:tracePt t="52538" x="6337300" y="3260725"/>
          <p14:tracePt t="52554" x="6365875" y="3195638"/>
          <p14:tracePt t="52571" x="6446838" y="3095625"/>
          <p14:tracePt t="52588" x="6502400" y="3049588"/>
          <p14:tracePt t="52604" x="6675438" y="2849563"/>
          <p14:tracePt t="52621" x="6858000" y="2593975"/>
          <p14:tracePt t="52638" x="6913563" y="2492375"/>
          <p14:tracePt t="52654" x="6950075" y="2428875"/>
          <p14:tracePt t="52671" x="6986588" y="2392363"/>
          <p14:tracePt t="52688" x="6986588" y="2382838"/>
          <p14:tracePt t="52704" x="6996113" y="2374900"/>
          <p14:tracePt t="52721" x="6996113" y="2365375"/>
          <p14:tracePt t="52738" x="7004050" y="2365375"/>
          <p14:tracePt t="52754" x="7004050" y="2355850"/>
          <p14:tracePt t="52803" x="7013575" y="2355850"/>
          <p14:tracePt t="52825" x="7013575" y="2346325"/>
          <p14:tracePt t="53243" x="7013575" y="2328863"/>
          <p14:tracePt t="53253" x="7023100" y="2273300"/>
          <p14:tracePt t="53262" x="7069138" y="2182813"/>
          <p14:tracePt t="53273" x="7178675" y="1927225"/>
          <p14:tracePt t="53288" x="7232650" y="1781175"/>
          <p14:tracePt t="53305" x="7424738" y="1460500"/>
          <p14:tracePt t="53321" x="7516813" y="1343025"/>
          <p14:tracePt t="53338" x="7634288" y="1187450"/>
          <p14:tracePt t="53355" x="7707313" y="1077913"/>
          <p14:tracePt t="53372" x="7743825" y="1031875"/>
          <p14:tracePt t="53388" x="7799388" y="949325"/>
          <p14:tracePt t="53405" x="7808913" y="922338"/>
          <p14:tracePt t="53422" x="7845425" y="885825"/>
          <p14:tracePt t="53438" x="7872413" y="858838"/>
          <p14:tracePt t="53455" x="7881938" y="839788"/>
          <p14:tracePt t="53472" x="7889875" y="822325"/>
          <p14:tracePt t="53488" x="7899400" y="803275"/>
          <p14:tracePt t="53505" x="7908925" y="803275"/>
          <p14:tracePt t="53522" x="7926388" y="793750"/>
          <p14:tracePt t="53539" x="7962900" y="766763"/>
          <p14:tracePt t="53555" x="7981950" y="749300"/>
          <p14:tracePt t="53572" x="8008938" y="703263"/>
          <p14:tracePt t="53589" x="8027988" y="684213"/>
          <p14:tracePt t="53605" x="8035925" y="676275"/>
          <p14:tracePt t="53622" x="8045450" y="657225"/>
          <p14:tracePt t="53639" x="8045450" y="647700"/>
          <p14:tracePt t="53655" x="8054975" y="639763"/>
          <p14:tracePt t="53703" x="8064500" y="639763"/>
          <p14:tracePt t="53753" x="8064500" y="630238"/>
          <p14:tracePt t="53805" x="8054975" y="620713"/>
          <p14:tracePt t="53826" x="8045450" y="620713"/>
          <p14:tracePt t="61308" x="7626350" y="630238"/>
          <p14:tracePt t="61318" x="7451725" y="693738"/>
          <p14:tracePt t="61328" x="7232650" y="776288"/>
          <p14:tracePt t="61338" x="7105650" y="839788"/>
          <p14:tracePt t="61350" x="6904038" y="939800"/>
          <p14:tracePt t="61363" x="6804025" y="1022350"/>
          <p14:tracePt t="61380" x="6502400" y="1525588"/>
          <p14:tracePt t="61396" x="6365875" y="1908175"/>
          <p14:tracePt t="61413" x="6256338" y="2246313"/>
          <p14:tracePt t="61430" x="6200775" y="2492375"/>
          <p14:tracePt t="61446" x="6200775" y="2601913"/>
          <p14:tracePt t="61463" x="6200775" y="2840038"/>
          <p14:tracePt t="61480" x="6237288" y="3005138"/>
          <p14:tracePt t="61496" x="6429375" y="3633788"/>
          <p14:tracePt t="61513" x="6557963" y="3881438"/>
          <p14:tracePt t="61530" x="6594475" y="3944938"/>
          <p14:tracePt t="61546" x="6638925" y="4008438"/>
          <p14:tracePt t="61563" x="6657975" y="4037013"/>
          <p14:tracePt t="61580" x="6667500" y="4037013"/>
          <p14:tracePt t="61596" x="6675438" y="4044950"/>
          <p14:tracePt t="61613" x="6675438" y="4054475"/>
          <p14:tracePt t="61656" x="6684963" y="4054475"/>
          <p14:tracePt t="61687" x="6684963" y="4064000"/>
          <p14:tracePt t="61869" x="6694488" y="4073525"/>
          <p14:tracePt t="61889" x="6704013" y="4073525"/>
          <p14:tracePt t="61901" x="6711950" y="4081463"/>
          <p14:tracePt t="61910" x="6740525" y="4090988"/>
          <p14:tracePt t="61921" x="6767513" y="4100513"/>
          <p14:tracePt t="61931" x="6858000" y="4127500"/>
          <p14:tracePt t="61947" x="6931025" y="4154488"/>
          <p14:tracePt t="61964" x="7196138" y="4210050"/>
          <p14:tracePt t="61980" x="7342188" y="4210050"/>
          <p14:tracePt t="61997" x="7808913" y="4210050"/>
          <p14:tracePt t="62014" x="8137525" y="4191000"/>
          <p14:tracePt t="62030" x="8264525" y="4173538"/>
          <p14:tracePt t="62047" x="8539163" y="4164013"/>
          <p14:tracePt t="62064" x="8694738" y="4146550"/>
          <p14:tracePt t="62081" x="8731250" y="4146550"/>
          <p14:tracePt t="62097" x="8767763" y="4137025"/>
          <p14:tracePt t="62114" x="8775700" y="4137025"/>
          <p14:tracePt t="62131" x="8785225" y="4137025"/>
          <p14:tracePt t="62147" x="8794750" y="4137025"/>
          <p14:tracePt t="62166" x="8804275" y="4137025"/>
          <p14:tracePt t="72548" x="8804275" y="4117975"/>
          <p14:tracePt t="72559" x="8748713" y="4064000"/>
          <p14:tracePt t="72569" x="8666163" y="3971925"/>
          <p14:tracePt t="72579" x="8512175" y="3789363"/>
          <p14:tracePt t="72591" x="8402638" y="3633788"/>
          <p14:tracePt t="72607" x="8237538" y="3443288"/>
          <p14:tracePt t="72624" x="7926388" y="3049588"/>
          <p14:tracePt t="72641" x="7772400" y="2849563"/>
          <p14:tracePt t="72641" x="7580313" y="2557463"/>
          <p14:tracePt t="72657" x="7488238" y="2401888"/>
          <p14:tracePt t="72674" x="7269163" y="2027238"/>
          <p14:tracePt t="72691" x="7142163" y="1643063"/>
          <p14:tracePt t="72708" x="7105650" y="1416050"/>
          <p14:tracePt t="72724" x="7077075" y="1131888"/>
          <p14:tracePt t="72741" x="7069138" y="1004888"/>
          <p14:tracePt t="72757" x="7069138" y="766763"/>
          <p14:tracePt t="72774" x="7059613" y="647700"/>
          <p14:tracePt t="83415" x="8402638" y="520700"/>
          <p14:tracePt t="83425" x="8475663" y="557213"/>
          <p14:tracePt t="83435" x="8721725" y="647700"/>
          <p14:tracePt t="83446" x="9059863" y="730250"/>
          <p14:tracePt t="83457" x="9690100" y="939800"/>
          <p14:tracePt t="83468" x="10055225" y="1141413"/>
          <p14:tracePt t="83485" x="10675938" y="1460500"/>
          <p14:tracePt t="83485" x="11014075" y="1744663"/>
          <p14:tracePt t="83501" x="11498263" y="2046288"/>
          <p14:tracePt t="83518" x="11982450" y="2374900"/>
          <p14:tracePt t="83535" x="12109450" y="2484438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479803-BF55-FC94-E669-1786E8D9B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8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839"/>
    </mc:Choice>
    <mc:Fallback xmlns="">
      <p:transition spd="slow" advTm="92839"/>
    </mc:Fallback>
  </mc:AlternateContent>
  <p:extLst>
    <p:ext uri="{3A86A75C-4F4B-4683-9AE1-C65F6400EC91}">
      <p14:laserTraceLst xmlns:p14="http://schemas.microsoft.com/office/powerpoint/2010/main">
        <p14:tracePtLst>
          <p14:tracePt t="10583" x="11552238" y="2374900"/>
          <p14:tracePt t="10596" x="11169650" y="2082800"/>
          <p14:tracePt t="10607" x="10941050" y="1908175"/>
          <p14:tracePt t="10624" x="10612438" y="1716088"/>
          <p14:tracePt t="10625" x="10456863" y="1606550"/>
          <p14:tracePt t="10640" x="10283825" y="1497013"/>
          <p14:tracePt t="10657" x="10064750" y="1350963"/>
          <p14:tracePt t="10674" x="9972675" y="1277938"/>
          <p14:tracePt t="10691" x="9826625" y="1160463"/>
          <p14:tracePt t="10707" x="9680575" y="1058863"/>
          <p14:tracePt t="10724" x="9634538" y="1022350"/>
          <p14:tracePt t="10741" x="9551988" y="958850"/>
          <p14:tracePt t="10758" x="9507538" y="903288"/>
          <p14:tracePt t="10774" x="9498013" y="885825"/>
          <p14:tracePt t="10790" x="9471025" y="876300"/>
          <p14:tracePt t="10807" x="9471025" y="866775"/>
          <p14:tracePt t="10824" x="9461500" y="858838"/>
          <p14:tracePt t="10841" x="9451975" y="849313"/>
          <p14:tracePt t="10880" x="9442450" y="849313"/>
          <p14:tracePt t="10890" x="9442450" y="839788"/>
          <p14:tracePt t="10901" x="9434513" y="839788"/>
          <p14:tracePt t="10912" x="9424988" y="839788"/>
          <p14:tracePt t="10924" x="9415463" y="839788"/>
          <p14:tracePt t="10941" x="9315450" y="830263"/>
          <p14:tracePt t="10957" x="9259888" y="830263"/>
          <p14:tracePt t="10974" x="9059863" y="830263"/>
          <p14:tracePt t="10991" x="8894763" y="830263"/>
          <p14:tracePt t="10992" x="8767763" y="830263"/>
          <p14:tracePt t="11008" x="8585200" y="830263"/>
          <p14:tracePt t="11024" x="8374063" y="876300"/>
          <p14:tracePt t="11041" x="8274050" y="922338"/>
          <p14:tracePt t="11058" x="8027988" y="1041400"/>
          <p14:tracePt t="11074" x="7826375" y="1177925"/>
          <p14:tracePt t="11091" x="7753350" y="1233488"/>
          <p14:tracePt t="11108" x="7680325" y="1296988"/>
          <p14:tracePt t="11125" x="7643813" y="1333500"/>
          <p14:tracePt t="11125" x="7626350" y="1350963"/>
          <p14:tracePt t="11141" x="7607300" y="1379538"/>
          <p14:tracePt t="11158" x="7607300" y="1397000"/>
          <p14:tracePt t="11186" x="7607300" y="1416050"/>
          <p14:tracePt t="11472" x="7616825" y="1416050"/>
          <p14:tracePt t="11482" x="7634288" y="1406525"/>
          <p14:tracePt t="11493" x="7653338" y="1387475"/>
          <p14:tracePt t="11503" x="7689850" y="1370013"/>
          <p14:tracePt t="11514" x="7716838" y="1343025"/>
          <p14:tracePt t="11525" x="7762875" y="1333500"/>
          <p14:tracePt t="11541" x="7789863" y="1314450"/>
          <p14:tracePt t="11558" x="7835900" y="1287463"/>
          <p14:tracePt t="11575" x="7889875" y="1260475"/>
          <p14:tracePt t="11592" x="7918450" y="1233488"/>
          <p14:tracePt t="11609" x="7972425" y="1196975"/>
          <p14:tracePt t="11625" x="8008938" y="1160463"/>
          <p14:tracePt t="11642" x="8027988" y="1150938"/>
          <p14:tracePt t="11658" x="8064500" y="1114425"/>
          <p14:tracePt t="11675" x="8072438" y="1114425"/>
          <p14:tracePt t="11692" x="8118475" y="1077913"/>
          <p14:tracePt t="11708" x="8137525" y="1068388"/>
          <p14:tracePt t="11725" x="8154988" y="1058863"/>
          <p14:tracePt t="11742" x="8174038" y="1041400"/>
          <p14:tracePt t="11759" x="8183563" y="1031875"/>
          <p14:tracePt t="11775" x="8183563" y="1022350"/>
          <p14:tracePt t="11800" x="8191500" y="1022350"/>
          <p14:tracePt t="11809" x="8191500" y="1014413"/>
          <p14:tracePt t="11851" x="8201025" y="1014413"/>
          <p14:tracePt t="11911" x="8201025" y="1004888"/>
          <p14:tracePt t="11922" x="8210550" y="995363"/>
          <p14:tracePt t="11942" x="8210550" y="985838"/>
          <p14:tracePt t="11952" x="8220075" y="976313"/>
          <p14:tracePt t="11964" x="8220075" y="968375"/>
          <p14:tracePt t="11975" x="8228013" y="968375"/>
          <p14:tracePt t="11992" x="8228013" y="958850"/>
          <p14:tracePt t="12008" x="8228013" y="949325"/>
          <p14:tracePt t="12025" x="8228013" y="939800"/>
          <p14:tracePt t="12075" x="8228013" y="931863"/>
          <p14:tracePt t="12127" x="8228013" y="922338"/>
          <p14:tracePt t="12147" x="8228013" y="912813"/>
          <p14:tracePt t="12178" x="8228013" y="903288"/>
          <p14:tracePt t="12187" x="8228013" y="895350"/>
          <p14:tracePt t="12198" x="8228013" y="885825"/>
          <p14:tracePt t="12209" x="8228013" y="876300"/>
          <p14:tracePt t="12238" x="8228013" y="866775"/>
          <p14:tracePt t="12270" x="8228013" y="858838"/>
          <p14:tracePt t="12341" x="8228013" y="849313"/>
          <p14:tracePt t="12393" x="8228013" y="839788"/>
          <p14:tracePt t="12464" x="8228013" y="830263"/>
          <p14:tracePt t="12484" x="8237538" y="822325"/>
          <p14:tracePt t="12494" x="8237538" y="812800"/>
          <p14:tracePt t="12504" x="8237538" y="793750"/>
          <p14:tracePt t="12524" x="8237538" y="785813"/>
          <p14:tracePt t="12546" x="8247063" y="776288"/>
          <p14:tracePt t="12556" x="8247063" y="766763"/>
          <p14:tracePt t="12575" x="8247063" y="757238"/>
          <p14:tracePt t="12586" x="8256588" y="757238"/>
          <p14:tracePt t="12597" x="8256588" y="749300"/>
          <p14:tracePt t="12609" x="8264525" y="749300"/>
          <p14:tracePt t="12626" x="8274050" y="749300"/>
          <p14:tracePt t="12627" x="8283575" y="749300"/>
          <p14:tracePt t="12642" x="8283575" y="739775"/>
          <p14:tracePt t="12659" x="8293100" y="730250"/>
          <p14:tracePt t="12680" x="8301038" y="720725"/>
          <p14:tracePt t="12693" x="8310563" y="720725"/>
          <p14:tracePt t="12709" x="8329613" y="693738"/>
          <p14:tracePt t="12726" x="8337550" y="676275"/>
          <p14:tracePt t="12742" x="8366125" y="639763"/>
          <p14:tracePt t="14700" x="6638925" y="866775"/>
          <p14:tracePt t="14711" x="6191250" y="1014413"/>
          <p14:tracePt t="14722" x="5534025" y="1141413"/>
          <p14:tracePt t="14732" x="5159375" y="1250950"/>
          <p14:tracePt t="14744" x="4575175" y="1350963"/>
          <p14:tracePt t="14761" x="4319588" y="1423988"/>
          <p14:tracePt t="14762" x="3908425" y="1543050"/>
          <p14:tracePt t="14778" x="3662363" y="1652588"/>
          <p14:tracePt t="14795" x="3086100" y="1908175"/>
          <p14:tracePt t="14811" x="2913063" y="2000250"/>
          <p14:tracePt t="14828" x="2667000" y="2163763"/>
          <p14:tracePt t="14845" x="2438400" y="2346325"/>
          <p14:tracePt t="14861" x="2346325" y="2401888"/>
          <p14:tracePt t="14878" x="2163763" y="2511425"/>
          <p14:tracePt t="14895" x="2000250" y="2601913"/>
          <p14:tracePt t="14911" x="1954213" y="2638425"/>
          <p14:tracePt t="14928" x="1871663" y="2703513"/>
          <p14:tracePt t="14945" x="1854200" y="2711450"/>
          <p14:tracePt t="14961" x="1835150" y="2720975"/>
          <p14:tracePt t="15007" x="1844675" y="2720975"/>
          <p14:tracePt t="15017" x="1871663" y="2720975"/>
          <p14:tracePt t="15028" x="1900238" y="2720975"/>
          <p14:tracePt t="15038" x="1917700" y="2720975"/>
          <p14:tracePt t="15049" x="1936750" y="2720975"/>
          <p14:tracePt t="15061" x="1963738" y="2711450"/>
          <p14:tracePt t="15079" x="1981200" y="2693988"/>
          <p14:tracePt t="15095" x="2000250" y="2674938"/>
          <p14:tracePt t="15112" x="2046288" y="2611438"/>
          <p14:tracePt t="15128" x="2054225" y="2584450"/>
          <p14:tracePt t="15145" x="2073275" y="2538413"/>
          <p14:tracePt t="15162" x="2073275" y="2474913"/>
          <p14:tracePt t="15178" x="2073275" y="2455863"/>
          <p14:tracePt t="15195" x="2046288" y="2411413"/>
          <p14:tracePt t="15212" x="1981200" y="2355850"/>
          <p14:tracePt t="15228" x="1936750" y="2338388"/>
          <p14:tracePt t="15245" x="1844675" y="2301875"/>
          <p14:tracePt t="15262" x="1817688" y="2301875"/>
          <p14:tracePt t="15262" x="1798638" y="2292350"/>
          <p14:tracePt t="15279" x="1781175" y="2292350"/>
          <p14:tracePt t="15295" x="1754188" y="2292350"/>
          <p14:tracePt t="15312" x="1744663" y="2292350"/>
          <p14:tracePt t="15355" x="1771650" y="2292350"/>
          <p14:tracePt t="15367" x="1863725" y="2282825"/>
          <p14:tracePt t="15375" x="1973263" y="2282825"/>
          <p14:tracePt t="15385" x="2155825" y="2246313"/>
          <p14:tracePt t="15396" x="2282825" y="2236788"/>
          <p14:tracePt t="15412" x="2447925" y="2219325"/>
          <p14:tracePt t="15429" x="2640013" y="2192338"/>
          <p14:tracePt t="15445" x="2693988" y="2192338"/>
          <p14:tracePt t="15446" x="2749550" y="2182813"/>
          <p14:tracePt t="15462" x="2786063" y="2182813"/>
          <p14:tracePt t="15479" x="2813050" y="2173288"/>
          <p14:tracePt t="15498" x="2822575" y="2173288"/>
          <p14:tracePt t="15539" x="2822575" y="2163763"/>
          <p14:tracePt t="15560" x="2803525" y="2163763"/>
          <p14:tracePt t="15569" x="2740025" y="2155825"/>
          <p14:tracePt t="15580" x="2693988" y="2155825"/>
          <p14:tracePt t="15590" x="2640013" y="2155825"/>
          <p14:tracePt t="15601" x="2584450" y="2155825"/>
          <p14:tracePt t="15612" x="2530475" y="2155825"/>
          <p14:tracePt t="15629" x="2484438" y="2155825"/>
          <p14:tracePt t="15646" x="2447925" y="2163763"/>
          <p14:tracePt t="15662" x="2438400" y="2173288"/>
          <p14:tracePt t="15692" x="2457450" y="2192338"/>
          <p14:tracePt t="15702" x="2547938" y="2192338"/>
          <p14:tracePt t="15712" x="2703513" y="2192338"/>
          <p14:tracePt t="15729" x="2830513" y="2192338"/>
          <p14:tracePt t="15746" x="3178175" y="2182813"/>
          <p14:tracePt t="15763" x="3606800" y="2100263"/>
          <p14:tracePt t="15779" x="3771900" y="2073275"/>
          <p14:tracePt t="15796" x="3981450" y="2046288"/>
          <p14:tracePt t="15812" x="4027488" y="2027238"/>
          <p14:tracePt t="15829" x="4090988" y="2017713"/>
          <p14:tracePt t="15846" x="4119563" y="2017713"/>
          <p14:tracePt t="15867" x="4127500" y="2017713"/>
          <p14:tracePt t="15917" x="4100513" y="2017713"/>
          <p14:tracePt t="15926" x="4037013" y="2017713"/>
          <p14:tracePt t="15937" x="3954463" y="2017713"/>
          <p14:tracePt t="15947" x="3825875" y="2017713"/>
          <p14:tracePt t="15962" x="3716338" y="2017713"/>
          <p14:tracePt t="15979" x="3433763" y="2017713"/>
          <p14:tracePt t="15996" x="3278188" y="2027238"/>
          <p14:tracePt t="16012" x="3105150" y="2063750"/>
          <p14:tracePt t="16029" x="3022600" y="2073275"/>
          <p14:tracePt t="16046" x="3005138" y="2073275"/>
          <p14:tracePt t="16062" x="2986088" y="2082800"/>
          <p14:tracePt t="16080" x="2976563" y="2090738"/>
          <p14:tracePt t="16203" x="2976563" y="2100263"/>
          <p14:tracePt t="16213" x="2986088" y="2100263"/>
          <p14:tracePt t="16223" x="2995613" y="2109788"/>
          <p14:tracePt t="16244" x="3005138" y="2109788"/>
          <p14:tracePt t="16254" x="3013075" y="2119313"/>
          <p14:tracePt t="16265" x="3022600" y="2119313"/>
          <p14:tracePt t="16285" x="3032125" y="2119313"/>
          <p14:tracePt t="16316" x="3041650" y="2119313"/>
          <p14:tracePt t="16376" x="3049588" y="2119313"/>
          <p14:tracePt t="18376" x="3059113" y="2119313"/>
          <p14:tracePt t="18387" x="3086100" y="2119313"/>
          <p14:tracePt t="18396" x="3114675" y="2119313"/>
          <p14:tracePt t="18405" x="3168650" y="2119313"/>
          <p14:tracePt t="18415" x="3241675" y="2119313"/>
          <p14:tracePt t="18432" x="3324225" y="2119313"/>
          <p14:tracePt t="18448" x="3525838" y="2100263"/>
          <p14:tracePt t="18465" x="3616325" y="2100263"/>
          <p14:tracePt t="18482" x="3808413" y="2082800"/>
          <p14:tracePt t="18498" x="3954463" y="2082800"/>
          <p14:tracePt t="18515" x="4027488" y="2082800"/>
          <p14:tracePt t="18532" x="4192588" y="2082800"/>
          <p14:tracePt t="18549" x="4346575" y="2082800"/>
          <p14:tracePt t="18565" x="4402138" y="2082800"/>
          <p14:tracePt t="18582" x="4521200" y="2082800"/>
          <p14:tracePt t="18598" x="4575175" y="2082800"/>
          <p14:tracePt t="18615" x="4638675" y="2090738"/>
          <p14:tracePt t="18632" x="4694238" y="2090738"/>
          <p14:tracePt t="18652" x="4703763" y="2090738"/>
          <p14:tracePt t="18665" x="4711700" y="2090738"/>
          <p14:tracePt t="18682" x="4721225" y="2090738"/>
          <p14:tracePt t="18712" x="4730750" y="2090738"/>
          <p14:tracePt t="19110" x="4748213" y="2090738"/>
          <p14:tracePt t="19120" x="4784725" y="2090738"/>
          <p14:tracePt t="19131" x="4830763" y="2090738"/>
          <p14:tracePt t="19141" x="4895850" y="2073275"/>
          <p14:tracePt t="19153" x="4932363" y="2073275"/>
          <p14:tracePt t="19166" x="5005388" y="2073275"/>
          <p14:tracePt t="19182" x="5049838" y="2073275"/>
          <p14:tracePt t="19199" x="5068888" y="2073275"/>
          <p14:tracePt t="19216" x="5086350" y="2073275"/>
          <p14:tracePt t="19244" x="5095875" y="2073275"/>
          <p14:tracePt t="19284" x="5086350" y="2063750"/>
          <p14:tracePt t="19294" x="5059363" y="2054225"/>
          <p14:tracePt t="19306" x="5032375" y="2036763"/>
          <p14:tracePt t="19316" x="4986338" y="2036763"/>
          <p14:tracePt t="19333" x="4949825" y="2036763"/>
          <p14:tracePt t="19349" x="4867275" y="2054225"/>
          <p14:tracePt t="19366" x="4840288" y="2063750"/>
          <p14:tracePt t="19382" x="4803775" y="2100263"/>
          <p14:tracePt t="19399" x="4803775" y="2136775"/>
          <p14:tracePt t="19416" x="4803775" y="2146300"/>
          <p14:tracePt t="19432" x="4813300" y="2182813"/>
          <p14:tracePt t="19449" x="4932363" y="2228850"/>
          <p14:tracePt t="19466" x="5032375" y="2236788"/>
          <p14:tracePt t="19483" x="5214938" y="2236788"/>
          <p14:tracePt t="19499" x="5334000" y="2236788"/>
          <p14:tracePt t="19516" x="5360988" y="2228850"/>
          <p14:tracePt t="19533" x="5387975" y="2163763"/>
          <p14:tracePt t="19550" x="5397500" y="2082800"/>
          <p14:tracePt t="19566" x="5397500" y="2036763"/>
          <p14:tracePt t="19583" x="5387975" y="1981200"/>
          <p14:tracePt t="19600" x="5341938" y="1944688"/>
          <p14:tracePt t="19600" x="5297488" y="1927225"/>
          <p14:tracePt t="19616" x="5241925" y="1908175"/>
          <p14:tracePt t="19633" x="5141913" y="1908175"/>
          <p14:tracePt t="19649" x="5095875" y="1927225"/>
          <p14:tracePt t="19666" x="4986338" y="1981200"/>
          <p14:tracePt t="19683" x="4940300" y="2036763"/>
          <p14:tracePt t="19699" x="4922838" y="2063750"/>
          <p14:tracePt t="19716" x="4895850" y="2109788"/>
          <p14:tracePt t="19733" x="4886325" y="2155825"/>
          <p14:tracePt t="19750" x="4886325" y="2173288"/>
          <p14:tracePt t="19766" x="4903788" y="2200275"/>
          <p14:tracePt t="19783" x="4940300" y="2219325"/>
          <p14:tracePt t="19800" x="5022850" y="2236788"/>
          <p14:tracePt t="19816" x="5105400" y="2236788"/>
          <p14:tracePt t="19833" x="5141913" y="2236788"/>
          <p14:tracePt t="19850" x="5159375" y="2236788"/>
          <p14:tracePt t="19867" x="5178425" y="2192338"/>
          <p14:tracePt t="19883" x="5178425" y="2163763"/>
          <p14:tracePt t="19900" x="5178425" y="2127250"/>
          <p14:tracePt t="19916" x="5178425" y="2119313"/>
          <p14:tracePt t="19933" x="5178425" y="2100263"/>
          <p14:tracePt t="19950" x="5178425" y="2090738"/>
          <p14:tracePt t="19978" x="5178425" y="2082800"/>
          <p14:tracePt t="20040" x="5168900" y="2082800"/>
          <p14:tracePt t="20980" x="5205413" y="2063750"/>
          <p14:tracePt t="20991" x="5341938" y="2000250"/>
          <p14:tracePt t="21000" x="5561013" y="1898650"/>
          <p14:tracePt t="21011" x="6018213" y="1708150"/>
          <p14:tracePt t="21022" x="6310313" y="1562100"/>
          <p14:tracePt t="21034" x="6694488" y="1406525"/>
          <p14:tracePt t="21051" x="7123113" y="1250950"/>
          <p14:tracePt t="21067" x="7242175" y="1204913"/>
          <p14:tracePt t="21084" x="7434263" y="1150938"/>
          <p14:tracePt t="21101" x="7507288" y="1114425"/>
          <p14:tracePt t="21118" x="7597775" y="1068388"/>
          <p14:tracePt t="21134" x="7726363" y="1004888"/>
          <p14:tracePt t="21151" x="7826375" y="958850"/>
          <p14:tracePt t="21168" x="7999413" y="895350"/>
          <p14:tracePt t="21184" x="8081963" y="866775"/>
          <p14:tracePt t="21185" x="8128000" y="858838"/>
          <p14:tracePt t="21201" x="8154988" y="849313"/>
          <p14:tracePt t="21218" x="8201025" y="830263"/>
          <p14:tracePt t="21234" x="8220075" y="803275"/>
          <p14:tracePt t="21235" x="8228013" y="803275"/>
          <p14:tracePt t="21251" x="8237538" y="793750"/>
          <p14:tracePt t="21268" x="8264525" y="776288"/>
          <p14:tracePt t="21285" x="8274050" y="776288"/>
          <p14:tracePt t="21301" x="8301038" y="757238"/>
          <p14:tracePt t="21318" x="8329613" y="749300"/>
          <p14:tracePt t="21338" x="8337550" y="749300"/>
          <p14:tracePt t="21351" x="8347075" y="749300"/>
          <p14:tracePt t="21368" x="8356600" y="749300"/>
          <p14:tracePt t="21440" x="8356600" y="739775"/>
          <p14:tracePt t="21521" x="8356600" y="730250"/>
          <p14:tracePt t="21531" x="8356600" y="720725"/>
          <p14:tracePt t="21542" x="8356600" y="712788"/>
          <p14:tracePt t="21552" x="8356600" y="703263"/>
          <p14:tracePt t="21568" x="8356600" y="676275"/>
          <p14:tracePt t="21585" x="8347075" y="639763"/>
          <p14:tracePt t="21601" x="8347075" y="620713"/>
          <p14:tracePt t="29294" x="7881938" y="647700"/>
          <p14:tracePt t="29305" x="7607300" y="739775"/>
          <p14:tracePt t="29315" x="7113588" y="912813"/>
          <p14:tracePt t="29326" x="6621463" y="1114425"/>
          <p14:tracePt t="29342" x="5862638" y="1452563"/>
          <p14:tracePt t="29359" x="4584700" y="1954213"/>
          <p14:tracePt t="29376" x="3479800" y="2228850"/>
          <p14:tracePt t="29392" x="3214688" y="2301875"/>
          <p14:tracePt t="29409" x="2611438" y="2438400"/>
          <p14:tracePt t="29426" x="2292350" y="2528888"/>
          <p14:tracePt t="29442" x="2173288" y="2593975"/>
          <p14:tracePt t="29459" x="1981200" y="2657475"/>
          <p14:tracePt t="29476" x="1900238" y="2703513"/>
          <p14:tracePt t="29477" x="1817688" y="2730500"/>
          <p14:tracePt t="29493" x="1771650" y="2757488"/>
          <p14:tracePt t="29510" x="1644650" y="2840038"/>
          <p14:tracePt t="29526" x="1579563" y="2876550"/>
          <p14:tracePt t="29542" x="1506538" y="2930525"/>
          <p14:tracePt t="29559" x="1460500" y="2968625"/>
          <p14:tracePt t="29576" x="1443038" y="2986088"/>
          <p14:tracePt t="29592" x="1423988" y="3013075"/>
          <p14:tracePt t="29610" x="1416050" y="3032125"/>
          <p14:tracePt t="29611" x="1416050" y="3041650"/>
          <p14:tracePt t="29626" x="1416050" y="3049588"/>
          <p14:tracePt t="29643" x="1433513" y="3078163"/>
          <p14:tracePt t="29660" x="1552575" y="3105150"/>
          <p14:tracePt t="29664" x="1681163" y="3114675"/>
          <p14:tracePt t="29676" x="1844675" y="3114675"/>
          <p14:tracePt t="29693" x="2566988" y="2830513"/>
          <p14:tracePt t="29710" x="2822575" y="2647950"/>
          <p14:tracePt t="29726" x="3433763" y="2046288"/>
          <p14:tracePt t="29742" x="3808413" y="1652588"/>
          <p14:tracePt t="29761" x="3898900" y="1533525"/>
          <p14:tracePt t="29776" x="3935413" y="1416050"/>
          <p14:tracePt t="29793" x="3935413" y="1333500"/>
          <p14:tracePt t="29810" x="3854450" y="1270000"/>
          <p14:tracePt t="29826" x="3543300" y="1196975"/>
          <p14:tracePt t="29843" x="3397250" y="1196975"/>
          <p14:tracePt t="29860" x="3132138" y="1223963"/>
          <p14:tracePt t="29876" x="2949575" y="1370013"/>
          <p14:tracePt t="29893" x="2913063" y="1416050"/>
          <p14:tracePt t="29909" x="2822575" y="1543050"/>
          <p14:tracePt t="29926" x="2794000" y="1735138"/>
          <p14:tracePt t="29943" x="2794000" y="1881188"/>
          <p14:tracePt t="29960" x="2913063" y="2100263"/>
          <p14:tracePt t="29976" x="3005138" y="2182813"/>
          <p14:tracePt t="29977" x="3195638" y="2282825"/>
          <p14:tracePt t="29993" x="3370263" y="2328863"/>
          <p14:tracePt t="30010" x="3762375" y="2328863"/>
          <p14:tracePt t="30026" x="3971925" y="2282825"/>
          <p14:tracePt t="30043" x="4192588" y="2173288"/>
          <p14:tracePt t="30060" x="4338638" y="2046288"/>
          <p14:tracePt t="30076" x="4375150" y="2000250"/>
          <p14:tracePt t="30093" x="4448175" y="1871663"/>
          <p14:tracePt t="30110" x="4465638" y="1817688"/>
          <p14:tracePt t="30111" x="4475163" y="1698625"/>
          <p14:tracePt t="30126" x="4475163" y="1643063"/>
          <p14:tracePt t="30143" x="4411663" y="1533525"/>
          <p14:tracePt t="30160" x="4365625" y="1497013"/>
          <p14:tracePt t="30165" x="4256088" y="1479550"/>
          <p14:tracePt t="30176" x="4146550" y="1479550"/>
          <p14:tracePt t="30193" x="3917950" y="1516063"/>
          <p14:tracePt t="30210" x="3835400" y="1552575"/>
          <p14:tracePt t="30226" x="3689350" y="1662113"/>
          <p14:tracePt t="30243" x="3635375" y="1698625"/>
          <p14:tracePt t="30244" x="3589338" y="1735138"/>
          <p14:tracePt t="30261" x="3552825" y="1798638"/>
          <p14:tracePt t="30277" x="3497263" y="1862138"/>
          <p14:tracePt t="30293" x="3479800" y="1898650"/>
          <p14:tracePt t="30294" x="3479800" y="1954213"/>
          <p14:tracePt t="30310" x="3470275" y="2000250"/>
          <p14:tracePt t="30327" x="3470275" y="2063750"/>
          <p14:tracePt t="30343" x="3470275" y="2082800"/>
          <p14:tracePt t="30360" x="3489325" y="2119313"/>
          <p14:tracePt t="30377" x="3497263" y="2127250"/>
          <p14:tracePt t="30393" x="3506788" y="2127250"/>
          <p14:tracePt t="30410" x="3506788" y="2136775"/>
          <p14:tracePt t="30428" x="3506788" y="2146300"/>
          <p14:tracePt t="30443" x="3516313" y="2146300"/>
          <p14:tracePt t="30480" x="3516313" y="2155825"/>
          <p14:tracePt t="30509" x="3525838" y="2155825"/>
          <p14:tracePt t="30580" x="3525838" y="2163763"/>
          <p14:tracePt t="30714" x="3525838" y="2173288"/>
          <p14:tracePt t="30744" x="3525838" y="2192338"/>
          <p14:tracePt t="30766" x="3525838" y="2200275"/>
          <p14:tracePt t="30775" x="3525838" y="2219325"/>
          <p14:tracePt t="30785" x="3525838" y="2228850"/>
          <p14:tracePt t="30806" x="3525838" y="2236788"/>
          <p14:tracePt t="30816" x="3525838" y="2246313"/>
          <p14:tracePt t="30847" x="3525838" y="2255838"/>
          <p14:tracePt t="30857" x="3525838" y="2265363"/>
          <p14:tracePt t="30877" x="3525838" y="2273300"/>
          <p14:tracePt t="30887" x="3506788" y="2282825"/>
          <p14:tracePt t="30898" x="3489325" y="2282825"/>
          <p14:tracePt t="30911" x="3433763" y="2292350"/>
          <p14:tracePt t="30927" x="3397250" y="2292350"/>
          <p14:tracePt t="30928" x="3351213" y="2301875"/>
          <p14:tracePt t="30944" x="3314700" y="2301875"/>
          <p14:tracePt t="30960" x="3195638" y="2319338"/>
          <p14:tracePt t="30977" x="3086100" y="2328863"/>
          <p14:tracePt t="30994" x="2913063" y="2355850"/>
          <p14:tracePt t="31011" x="2767013" y="2365375"/>
          <p14:tracePt t="31027" x="2720975" y="2365375"/>
          <p14:tracePt t="31044" x="2657475" y="2392363"/>
          <p14:tracePt t="31061" x="2603500" y="2401888"/>
          <p14:tracePt t="31078" x="2584450" y="2411413"/>
          <p14:tracePt t="31094" x="2574925" y="2419350"/>
          <p14:tracePt t="31387" x="2547938" y="2455863"/>
          <p14:tracePt t="31399" x="2530475" y="2528888"/>
          <p14:tracePt t="31408" x="2484438" y="2667000"/>
          <p14:tracePt t="31418" x="2428875" y="2767013"/>
          <p14:tracePt t="31428" x="2382838" y="2894013"/>
          <p14:tracePt t="31445" x="2338388" y="2976563"/>
          <p14:tracePt t="31461" x="2255838" y="3159125"/>
          <p14:tracePt t="31478" x="2219325" y="3268663"/>
          <p14:tracePt t="31494" x="2146300" y="3470275"/>
          <p14:tracePt t="31511" x="2090738" y="3606800"/>
          <p14:tracePt t="31528" x="2082800" y="3670300"/>
          <p14:tracePt t="31544" x="2073275" y="3771900"/>
          <p14:tracePt t="31562" x="2073275" y="3852863"/>
          <p14:tracePt t="31578" x="2073275" y="3889375"/>
          <p14:tracePt t="31594" x="2073275" y="3963988"/>
          <p14:tracePt t="31611" x="2100263" y="3990975"/>
          <p14:tracePt t="31628" x="2219325" y="4081463"/>
          <p14:tracePt t="31644" x="2374900" y="4137025"/>
          <p14:tracePt t="31661" x="2465388" y="4137025"/>
          <p14:tracePt t="31678" x="2693988" y="4117975"/>
          <p14:tracePt t="31694" x="2867025" y="4017963"/>
          <p14:tracePt t="31711" x="2932113" y="3990975"/>
          <p14:tracePt t="31728" x="2995613" y="3963988"/>
          <p14:tracePt t="31744" x="3032125" y="3944938"/>
          <p14:tracePt t="31761" x="3041650" y="3944938"/>
          <p14:tracePt t="31778" x="3059113" y="3944938"/>
          <p14:tracePt t="31837" x="3068638" y="3944938"/>
          <p14:tracePt t="31867" x="3078163" y="3944938"/>
          <p14:tracePt t="31898" x="3086100" y="3944938"/>
          <p14:tracePt t="31919" x="3105150" y="3935413"/>
          <p14:tracePt t="31929" x="3122613" y="3927475"/>
          <p14:tracePt t="31939" x="3151188" y="3917950"/>
          <p14:tracePt t="31950" x="3195638" y="3898900"/>
          <p14:tracePt t="31961" x="3260725" y="3871913"/>
          <p14:tracePt t="31978" x="3314700" y="3862388"/>
          <p14:tracePt t="31995" x="3397250" y="3798888"/>
          <p14:tracePt t="32012" x="3470275" y="3779838"/>
          <p14:tracePt t="32028" x="3489325" y="3771900"/>
          <p14:tracePt t="32045" x="3506788" y="3771900"/>
          <p14:tracePt t="32083" x="3516313" y="3762375"/>
          <p14:tracePt t="32277" x="3543300" y="3735388"/>
          <p14:tracePt t="32287" x="3679825" y="3616325"/>
          <p14:tracePt t="32297" x="3862388" y="3460750"/>
          <p14:tracePt t="32312" x="4210050" y="3187700"/>
          <p14:tracePt t="32328" x="4886325" y="2857500"/>
          <p14:tracePt t="32345" x="5059363" y="2784475"/>
          <p14:tracePt t="32362" x="5434013" y="2565400"/>
          <p14:tracePt t="32378" x="5854700" y="2292350"/>
          <p14:tracePt t="32395" x="6064250" y="2136775"/>
          <p14:tracePt t="32412" x="6711950" y="1643063"/>
          <p14:tracePt t="32429" x="7205663" y="1260475"/>
          <p14:tracePt t="32445" x="7361238" y="1168400"/>
          <p14:tracePt t="32462" x="7653338" y="1014413"/>
          <p14:tracePt t="32479" x="7753350" y="976313"/>
          <p14:tracePt t="32479" x="7826375" y="949325"/>
          <p14:tracePt t="32496" x="7889875" y="922338"/>
          <p14:tracePt t="32512" x="7962900" y="876300"/>
          <p14:tracePt t="32529" x="7999413" y="866775"/>
          <p14:tracePt t="32545" x="8081963" y="822325"/>
          <p14:tracePt t="32562" x="8237538" y="730250"/>
          <p14:tracePt t="32579" x="8320088" y="676275"/>
          <p14:tracePt t="32595" x="8502650" y="547688"/>
          <p14:tracePt t="32612" x="8566150" y="511175"/>
          <p14:tracePt t="32613" x="8612188" y="474663"/>
          <p14:tracePt t="32629" x="8629650" y="447675"/>
          <p14:tracePt t="32646" x="8658225" y="420688"/>
          <p14:tracePt t="32662" x="8675688" y="411163"/>
          <p14:tracePt t="32679" x="8685213" y="401638"/>
          <p14:tracePt t="32695" x="8685213" y="392113"/>
          <p14:tracePt t="32712" x="8694738" y="384175"/>
          <p14:tracePt t="32729" x="8694738" y="374650"/>
          <p14:tracePt t="32746" x="8694738" y="365125"/>
          <p14:tracePt t="32746" x="8694738" y="347663"/>
          <p14:tracePt t="32762" x="8675688" y="338138"/>
          <p14:tracePt t="32779" x="8666163" y="319088"/>
          <p14:tracePt t="32796" x="8658225" y="311150"/>
          <p14:tracePt t="32812" x="8648700" y="301625"/>
          <p14:tracePt t="32849" x="8639175" y="301625"/>
          <p14:tracePt t="32869" x="8629650" y="301625"/>
          <p14:tracePt t="32889" x="8621713" y="301625"/>
          <p14:tracePt t="32901" x="8612188" y="301625"/>
          <p14:tracePt t="32910" x="8593138" y="319088"/>
          <p14:tracePt t="32919" x="8575675" y="338138"/>
          <p14:tracePt t="32931" x="8548688" y="374650"/>
          <p14:tracePt t="32946" x="8529638" y="384175"/>
          <p14:tracePt t="32963" x="8493125" y="420688"/>
          <p14:tracePt t="32979" x="8483600" y="438150"/>
          <p14:tracePt t="32996" x="8456613" y="447675"/>
          <p14:tracePt t="33013" x="8447088" y="465138"/>
          <p14:tracePt t="33033" x="8429625" y="474663"/>
          <p14:tracePt t="33046" x="8420100" y="484188"/>
          <p14:tracePt t="33062" x="8402638" y="493713"/>
          <p14:tracePt t="39041" x="8045450" y="620713"/>
          <p14:tracePt t="39050" x="7945438" y="676275"/>
          <p14:tracePt t="39061" x="7845425" y="730250"/>
          <p14:tracePt t="39072" x="7707313" y="822325"/>
          <p14:tracePt t="39085" x="7451725" y="968375"/>
          <p14:tracePt t="39102" x="6621463" y="1423988"/>
          <p14:tracePt t="39119" x="6000750" y="1744663"/>
          <p14:tracePt t="39135" x="4638675" y="2601913"/>
          <p14:tracePt t="39152" x="4137025" y="2857500"/>
          <p14:tracePt t="39153" x="3370263" y="3224213"/>
          <p14:tracePt t="39169" x="2976563" y="3433763"/>
          <p14:tracePt t="39185" x="2163763" y="3963988"/>
          <p14:tracePt t="39202" x="1890713" y="4164013"/>
          <p14:tracePt t="39219" x="1671638" y="4373563"/>
          <p14:tracePt t="39235" x="1497013" y="4665663"/>
          <p14:tracePt t="39252" x="1443038" y="4811713"/>
          <p14:tracePt t="39269" x="1397000" y="5040313"/>
          <p14:tracePt t="39285" x="1397000" y="5113338"/>
          <p14:tracePt t="39302" x="1479550" y="5232400"/>
          <p14:tracePt t="39319" x="1681163" y="5360988"/>
          <p14:tracePt t="39335" x="1771650" y="5397500"/>
          <p14:tracePt t="39352" x="1963738" y="5441950"/>
          <p14:tracePt t="39369" x="2182813" y="5441950"/>
          <p14:tracePt t="39386" x="2292350" y="5441950"/>
          <p14:tracePt t="39402" x="2786063" y="5086350"/>
          <p14:tracePt t="39419" x="3533775" y="4419600"/>
          <p14:tracePt t="39435" x="3798888" y="4100513"/>
          <p14:tracePt t="39452" x="4229100" y="3497263"/>
          <p14:tracePt t="39469" x="4356100" y="3187700"/>
          <p14:tracePt t="39470" x="4402138" y="3022600"/>
          <p14:tracePt t="39486" x="4402138" y="2840038"/>
          <p14:tracePt t="39502" x="4346575" y="2528888"/>
          <p14:tracePt t="39519" x="4246563" y="2401888"/>
          <p14:tracePt t="39536" x="3652838" y="2073275"/>
          <p14:tracePt t="39552" x="3122613" y="1981200"/>
          <p14:tracePt t="39569" x="2922588" y="1981200"/>
          <p14:tracePt t="39586" x="2457450" y="2173288"/>
          <p14:tracePt t="39602" x="2173288" y="2455863"/>
          <p14:tracePt t="39619" x="2009775" y="2720975"/>
          <p14:tracePt t="39636" x="1744663" y="3314700"/>
          <p14:tracePt t="39653" x="1698625" y="3643313"/>
          <p14:tracePt t="39669" x="1717675" y="3808413"/>
          <p14:tracePt t="39686" x="1854200" y="4137025"/>
          <p14:tracePt t="39702" x="1963738" y="4292600"/>
          <p14:tracePt t="39719" x="2246313" y="4529138"/>
          <p14:tracePt t="39736" x="2511425" y="4648200"/>
          <p14:tracePt t="39752" x="2620963" y="4648200"/>
          <p14:tracePt t="39769" x="2913063" y="4575175"/>
          <p14:tracePt t="39786" x="3168650" y="4383088"/>
          <p14:tracePt t="39803" x="3241675" y="4329113"/>
          <p14:tracePt t="39819" x="3314700" y="4256088"/>
          <p14:tracePt t="39836" x="3343275" y="4237038"/>
          <p14:tracePt t="39853" x="3351213" y="4227513"/>
          <p14:tracePt t="39869" x="3370263" y="4219575"/>
          <p14:tracePt t="39886" x="3370263" y="4210050"/>
          <p14:tracePt t="39903" x="3379788" y="4210050"/>
          <p14:tracePt t="39940" x="3387725" y="4200525"/>
          <p14:tracePt t="40276" x="3397250" y="4200525"/>
          <p14:tracePt t="40491" x="3397250" y="4173538"/>
          <p14:tracePt t="40501" x="3397250" y="4044950"/>
          <p14:tracePt t="40511" x="3397250" y="3935413"/>
          <p14:tracePt t="40520" x="3397250" y="3752850"/>
          <p14:tracePt t="40537" x="3370263" y="3606800"/>
          <p14:tracePt t="40553" x="3214688" y="3232150"/>
          <p14:tracePt t="40570" x="3122613" y="3095625"/>
          <p14:tracePt t="40586" x="2713038" y="2830513"/>
          <p14:tracePt t="40604" x="2163763" y="2730500"/>
          <p14:tracePt t="40620" x="1944688" y="2730500"/>
          <p14:tracePt t="40637" x="1423988" y="2959100"/>
          <p14:tracePt t="40654" x="1150938" y="3224213"/>
          <p14:tracePt t="40670" x="1058863" y="3351213"/>
          <p14:tracePt t="40687" x="931863" y="3735388"/>
          <p14:tracePt t="40703" x="912813" y="3963988"/>
          <p14:tracePt t="40720" x="977900" y="4383088"/>
          <p14:tracePt t="40737" x="1123950" y="4657725"/>
          <p14:tracePt t="40753" x="1241425" y="4775200"/>
          <p14:tracePt t="40770" x="1543050" y="5022850"/>
          <p14:tracePt t="40787" x="1917700" y="5122863"/>
          <p14:tracePt t="40803" x="2082800" y="5122863"/>
          <p14:tracePt t="40820" x="2501900" y="4959350"/>
          <p14:tracePt t="40837" x="2830513" y="4784725"/>
          <p14:tracePt t="40854" x="3260725" y="4429125"/>
          <p14:tracePt t="40870" x="3460750" y="4173538"/>
          <p14:tracePt t="40887" x="3533775" y="4054475"/>
          <p14:tracePt t="40904" x="3598863" y="3862388"/>
          <p14:tracePt t="40920" x="3616325" y="3662363"/>
          <p14:tracePt t="40937" x="3616325" y="3579813"/>
          <p14:tracePt t="40954" x="3579813" y="3506788"/>
          <p14:tracePt t="40971" x="3424238" y="3414713"/>
          <p14:tracePt t="40987" x="3278188" y="3397250"/>
          <p14:tracePt t="41004" x="3005138" y="3397250"/>
          <p14:tracePt t="41021" x="2886075" y="3443288"/>
          <p14:tracePt t="41021" x="2740025" y="3506788"/>
          <p14:tracePt t="41037" x="2603500" y="3579813"/>
          <p14:tracePt t="41054" x="2382838" y="3725863"/>
          <p14:tracePt t="41071" x="2301875" y="3798888"/>
          <p14:tracePt t="41087" x="2192338" y="3944938"/>
          <p14:tracePt t="41104" x="2109788" y="4137025"/>
          <p14:tracePt t="41121" x="2063750" y="4237038"/>
          <p14:tracePt t="41137" x="2063750" y="4337050"/>
          <p14:tracePt t="41154" x="2063750" y="4410075"/>
          <p14:tracePt t="41171" x="2090738" y="4446588"/>
          <p14:tracePt t="41187" x="2319338" y="4565650"/>
          <p14:tracePt t="41204" x="2484438" y="4592638"/>
          <p14:tracePt t="41221" x="2693988" y="4592638"/>
          <p14:tracePt t="41237" x="2767013" y="4592638"/>
          <p14:tracePt t="41238" x="2859088" y="4575175"/>
          <p14:tracePt t="41254" x="2922588" y="4556125"/>
          <p14:tracePt t="41271" x="2986088" y="4529138"/>
          <p14:tracePt t="41297" x="3013075" y="4502150"/>
          <p14:tracePt t="41615" x="3041650" y="4456113"/>
          <p14:tracePt t="41625" x="3151188" y="4273550"/>
          <p14:tracePt t="41635" x="3314700" y="4073525"/>
          <p14:tracePt t="41645" x="3652838" y="3689350"/>
          <p14:tracePt t="41656" x="3927475" y="3341688"/>
          <p14:tracePt t="41671" x="4283075" y="2886075"/>
          <p14:tracePt t="41688" x="4740275" y="2282825"/>
          <p14:tracePt t="41704" x="4821238" y="2127250"/>
          <p14:tracePt t="41721" x="4886325" y="1735138"/>
          <p14:tracePt t="41738" x="4857750" y="1460500"/>
          <p14:tracePt t="41755" x="4776788" y="1323975"/>
          <p14:tracePt t="41771" x="4475163" y="1141413"/>
          <p14:tracePt t="41788" x="3881438" y="1068388"/>
          <p14:tracePt t="41805" x="3679825" y="1068388"/>
          <p14:tracePt t="41821" x="3251200" y="1250950"/>
          <p14:tracePt t="41838" x="2949575" y="1460500"/>
          <p14:tracePt t="41839" x="2776538" y="1698625"/>
          <p14:tracePt t="41854" x="2611438" y="1890713"/>
          <p14:tracePt t="41871" x="2355850" y="2419350"/>
          <p14:tracePt t="41888" x="2292350" y="2813050"/>
          <p14:tracePt t="41905" x="2273300" y="3114675"/>
          <p14:tracePt t="41921" x="2292350" y="3278188"/>
          <p14:tracePt t="41938" x="2338388" y="3341688"/>
          <p14:tracePt t="41955" x="2557463" y="3516313"/>
          <p14:tracePt t="41972" x="2749550" y="3579813"/>
          <p14:tracePt t="41972" x="2895600" y="3597275"/>
          <p14:tracePt t="41988" x="3095625" y="3616325"/>
          <p14:tracePt t="42005" x="3433763" y="3616325"/>
          <p14:tracePt t="42021" x="3543300" y="3616325"/>
          <p14:tracePt t="42038" x="3698875" y="3597275"/>
          <p14:tracePt t="42055" x="3789363" y="3560763"/>
          <p14:tracePt t="42071" x="3808413" y="3543300"/>
          <p14:tracePt t="42088" x="3862388" y="3506788"/>
          <p14:tracePt t="42105" x="3898900" y="3451225"/>
          <p14:tracePt t="42122" x="3908425" y="3433763"/>
          <p14:tracePt t="42138" x="3917950" y="3414713"/>
          <p14:tracePt t="42155" x="3927475" y="3414713"/>
          <p14:tracePt t="42172" x="3927475" y="3406775"/>
          <p14:tracePt t="42208" x="3927475" y="3397250"/>
          <p14:tracePt t="42217" x="3917950" y="3397250"/>
          <p14:tracePt t="42227" x="3908425" y="3397250"/>
          <p14:tracePt t="42238" x="3881438" y="3387725"/>
          <p14:tracePt t="42255" x="3862388" y="3387725"/>
          <p14:tracePt t="42272" x="3808413" y="3387725"/>
          <p14:tracePt t="42289" x="3716338" y="3387725"/>
          <p14:tracePt t="42305" x="3643313" y="3387725"/>
          <p14:tracePt t="42322" x="3443288" y="3487738"/>
          <p14:tracePt t="42338" x="3360738" y="3560763"/>
          <p14:tracePt t="42339" x="3241675" y="3679825"/>
          <p14:tracePt t="42355" x="3114675" y="3816350"/>
          <p14:tracePt t="42372" x="2940050" y="4210050"/>
          <p14:tracePt t="42388" x="2886075" y="4419600"/>
          <p14:tracePt t="42405" x="2876550" y="4748213"/>
          <p14:tracePt t="42422" x="2895600" y="4922838"/>
          <p14:tracePt t="42438" x="2903538" y="4967288"/>
          <p14:tracePt t="42455" x="2959100" y="5059363"/>
          <p14:tracePt t="42472" x="3005138" y="5095875"/>
          <p14:tracePt t="42488" x="3132138" y="5168900"/>
          <p14:tracePt t="42505" x="3224213" y="5214938"/>
          <p14:tracePt t="42522" x="3270250" y="5222875"/>
          <p14:tracePt t="42539" x="3314700" y="5232400"/>
          <p14:tracePt t="42555" x="3343275" y="5232400"/>
          <p14:tracePt t="42572" x="3351213" y="5241925"/>
          <p14:tracePt t="42589" x="3360738" y="5241925"/>
          <p14:tracePt t="42626" x="3370263" y="5241925"/>
          <p14:tracePt t="43045" x="3379788" y="5241925"/>
          <p14:tracePt t="43055" x="3397250" y="5241925"/>
          <p14:tracePt t="43064" x="3416300" y="5241925"/>
          <p14:tracePt t="43076" x="3443288" y="5232400"/>
          <p14:tracePt t="43089" x="3506788" y="5205413"/>
          <p14:tracePt t="43106" x="3635375" y="5113338"/>
          <p14:tracePt t="43123" x="3752850" y="5040313"/>
          <p14:tracePt t="43139" x="3954463" y="4894263"/>
          <p14:tracePt t="43156" x="4073525" y="4748213"/>
          <p14:tracePt t="43173" x="4127500" y="4648200"/>
          <p14:tracePt t="43189" x="4192588" y="4438650"/>
          <p14:tracePt t="43206" x="4192588" y="4273550"/>
          <p14:tracePt t="43223" x="4100513" y="3917950"/>
          <p14:tracePt t="43239" x="3908425" y="3698875"/>
          <p14:tracePt t="43256" x="3762375" y="3606800"/>
          <p14:tracePt t="43273" x="3343275" y="3470275"/>
          <p14:tracePt t="43289" x="3086100" y="3451225"/>
          <p14:tracePt t="43306" x="2693988" y="3506788"/>
          <p14:tracePt t="43323" x="2355850" y="3698875"/>
          <p14:tracePt t="43339" x="2255838" y="3808413"/>
          <p14:tracePt t="43356" x="2046288" y="4008438"/>
          <p14:tracePt t="43373" x="1963738" y="4191000"/>
          <p14:tracePt t="43389" x="1917700" y="4292600"/>
          <p14:tracePt t="43406" x="1890713" y="4529138"/>
          <p14:tracePt t="43423" x="1908175" y="4665663"/>
          <p14:tracePt t="43439" x="1944688" y="4730750"/>
          <p14:tracePt t="43456" x="2063750" y="4867275"/>
          <p14:tracePt t="43473" x="2146300" y="4922838"/>
          <p14:tracePt t="43490" x="2382838" y="5032375"/>
          <p14:tracePt t="43506" x="2557463" y="5086350"/>
          <p14:tracePt t="43523" x="2667000" y="5105400"/>
          <p14:tracePt t="43539" x="2830513" y="5105400"/>
          <p14:tracePt t="43556" x="3005138" y="5086350"/>
          <p14:tracePt t="43573" x="3068638" y="5059363"/>
          <p14:tracePt t="43590" x="3141663" y="4995863"/>
          <p14:tracePt t="43606" x="3195638" y="4949825"/>
          <p14:tracePt t="43623" x="3205163" y="4940300"/>
          <p14:tracePt t="43640" x="3214688" y="4930775"/>
          <p14:tracePt t="43657" x="3232150" y="4922838"/>
          <p14:tracePt t="43673" x="3232150" y="4913313"/>
          <p14:tracePt t="43690" x="3241675" y="4913313"/>
          <p14:tracePt t="43729" x="3251200" y="4903788"/>
          <p14:tracePt t="46440" x="3241675" y="4903788"/>
          <p14:tracePt t="46452" x="3232150" y="4894263"/>
          <p14:tracePt t="46462" x="3224213" y="4884738"/>
          <p14:tracePt t="46482" x="3205163" y="4857750"/>
          <p14:tracePt t="46492" x="3178175" y="4840288"/>
          <p14:tracePt t="46509" x="3159125" y="4794250"/>
          <p14:tracePt t="46526" x="3122613" y="4738688"/>
          <p14:tracePt t="46543" x="3105150" y="4711700"/>
          <p14:tracePt t="46559" x="3095625" y="4702175"/>
          <p14:tracePt t="46576" x="3059113" y="4702175"/>
          <p14:tracePt t="46593" x="3032125" y="4702175"/>
          <p14:tracePt t="46609" x="2986088" y="4711700"/>
          <p14:tracePt t="46626" x="2922588" y="4830763"/>
          <p14:tracePt t="46642" x="2895600" y="4913313"/>
          <p14:tracePt t="46659" x="2886075" y="5040313"/>
          <p14:tracePt t="46676" x="2886075" y="5105400"/>
          <p14:tracePt t="46676" x="2903538" y="5178425"/>
          <p14:tracePt t="46693" x="2949575" y="5214938"/>
          <p14:tracePt t="46710" x="3205163" y="5241925"/>
          <p14:tracePt t="46726" x="3516313" y="5132388"/>
          <p14:tracePt t="46743" x="3652838" y="5040313"/>
          <p14:tracePt t="46759" x="3835400" y="4848225"/>
          <p14:tracePt t="46776" x="3917950" y="4730750"/>
          <p14:tracePt t="46793" x="3981450" y="4502150"/>
          <p14:tracePt t="46809" x="3963988" y="4329113"/>
          <p14:tracePt t="46826" x="3935413" y="4283075"/>
          <p14:tracePt t="46843" x="3735388" y="4173538"/>
          <p14:tracePt t="46860" x="3406775" y="4146550"/>
          <p14:tracePt t="46876" x="3297238" y="4146550"/>
          <p14:tracePt t="46893" x="3078163" y="4246563"/>
          <p14:tracePt t="46909" x="2995613" y="4319588"/>
          <p14:tracePt t="46926" x="2913063" y="4465638"/>
          <p14:tracePt t="46943" x="2876550" y="4638675"/>
          <p14:tracePt t="46959" x="2876550" y="4694238"/>
          <p14:tracePt t="46976" x="2886075" y="4775200"/>
          <p14:tracePt t="46993" x="2913063" y="4803775"/>
          <p14:tracePt t="47010" x="3187700" y="4894263"/>
          <p14:tracePt t="47026" x="3424238" y="4894263"/>
          <p14:tracePt t="47043" x="3516313" y="4857750"/>
          <p14:tracePt t="47044" x="3652838" y="4803775"/>
          <p14:tracePt t="47060" x="3716338" y="4767263"/>
          <p14:tracePt t="47077" x="3817938" y="4629150"/>
          <p14:tracePt t="47093" x="3844925" y="4584700"/>
          <p14:tracePt t="47110" x="3871913" y="4511675"/>
          <p14:tracePt t="47126" x="3871913" y="4483100"/>
          <p14:tracePt t="47147" x="3871913" y="4475163"/>
          <p14:tracePt t="47160" x="3871913" y="4465638"/>
          <p14:tracePt t="47176" x="3825875" y="4456113"/>
          <p14:tracePt t="47193" x="3808413" y="4456113"/>
          <p14:tracePt t="47210" x="3798888" y="4456113"/>
          <p14:tracePt t="47237" x="3781425" y="4456113"/>
          <p14:tracePt t="47769" x="3789363" y="4446588"/>
          <p14:tracePt t="47779" x="3798888" y="4446588"/>
          <p14:tracePt t="47789" x="3817938" y="4438650"/>
          <p14:tracePt t="47799" x="3835400" y="4419600"/>
          <p14:tracePt t="47810" x="3881438" y="4383088"/>
          <p14:tracePt t="47827" x="3944938" y="4319588"/>
          <p14:tracePt t="47844" x="4110038" y="4110038"/>
          <p14:tracePt t="47861" x="4273550" y="3808413"/>
          <p14:tracePt t="47877" x="4319588" y="3725863"/>
          <p14:tracePt t="47894" x="4346575" y="3633788"/>
          <p14:tracePt t="47911" x="4346575" y="3597275"/>
          <p14:tracePt t="47927" x="4338638" y="3589338"/>
          <p14:tracePt t="47944" x="4210050" y="3589338"/>
          <p14:tracePt t="47961" x="4110038" y="3616325"/>
          <p14:tracePt t="47978" x="3990975" y="3725863"/>
          <p14:tracePt t="47994" x="3908425" y="3825875"/>
          <p14:tracePt t="48011" x="3881438" y="3862388"/>
          <p14:tracePt t="48027" x="3871913" y="3981450"/>
          <p14:tracePt t="48044" x="3871913" y="4054475"/>
          <p14:tracePt t="48045" x="3871913" y="4090988"/>
          <p14:tracePt t="48061" x="3890963" y="4127500"/>
          <p14:tracePt t="48077" x="4156075" y="4183063"/>
          <p14:tracePt t="48094" x="4375150" y="4183063"/>
          <p14:tracePt t="48111" x="5168900" y="3954463"/>
          <p14:tracePt t="48127" x="5881688" y="3625850"/>
          <p14:tracePt t="48144" x="6319838" y="3351213"/>
          <p14:tracePt t="48161" x="6684963" y="3059113"/>
          <p14:tracePt t="48178" x="6886575" y="2886075"/>
          <p14:tracePt t="48194" x="6986588" y="2803525"/>
          <p14:tracePt t="48211" x="7205663" y="2657475"/>
          <p14:tracePt t="48228" x="7324725" y="2584450"/>
          <p14:tracePt t="48228" x="7407275" y="2528888"/>
          <p14:tracePt t="48244" x="7470775" y="2455863"/>
          <p14:tracePt t="48261" x="7653338" y="2236788"/>
          <p14:tracePt t="48278" x="7743825" y="2063750"/>
          <p14:tracePt t="48294" x="7908925" y="1762125"/>
          <p14:tracePt t="48311" x="8054975" y="1543050"/>
          <p14:tracePt t="48328" x="8108950" y="1460500"/>
          <p14:tracePt t="48344" x="8191500" y="1379538"/>
          <p14:tracePt t="48361" x="8228013" y="1343025"/>
          <p14:tracePt t="48362" x="8247063" y="1323975"/>
          <p14:tracePt t="48378" x="8264525" y="1306513"/>
          <p14:tracePt t="48394" x="8310563" y="1241425"/>
          <p14:tracePt t="48411" x="8329613" y="1214438"/>
          <p14:tracePt t="48412" x="8337550" y="1168400"/>
          <p14:tracePt t="48428" x="8347075" y="1141413"/>
          <p14:tracePt t="48444" x="8366125" y="1077913"/>
          <p14:tracePt t="48461" x="8366125" y="1058863"/>
          <p14:tracePt t="48478" x="8366125" y="1014413"/>
          <p14:tracePt t="48495" x="8366125" y="931863"/>
          <p14:tracePt t="48511" x="8366125" y="822325"/>
          <p14:tracePt t="48528" x="8383588" y="657225"/>
          <p14:tracePt t="48546" x="8420100" y="493713"/>
          <p14:tracePt t="48561" x="8429625" y="465138"/>
          <p14:tracePt t="48578" x="8447088" y="420688"/>
          <p14:tracePt t="48595" x="8456613" y="401638"/>
          <p14:tracePt t="48611" x="8466138" y="384175"/>
          <p14:tracePt t="48628" x="8466138" y="374650"/>
          <p14:tracePt t="48728" x="8447088" y="384175"/>
          <p14:tracePt t="48739" x="8429625" y="401638"/>
          <p14:tracePt t="48750" x="8402638" y="420688"/>
          <p14:tracePt t="52114" x="8091488" y="730250"/>
          <p14:tracePt t="52125" x="7926388" y="1087438"/>
          <p14:tracePt t="52136" x="7862888" y="1260475"/>
          <p14:tracePt t="52148" x="7816850" y="1497013"/>
          <p14:tracePt t="52165" x="7799388" y="1725613"/>
          <p14:tracePt t="52181" x="7799388" y="2301875"/>
          <p14:tracePt t="52198" x="7862888" y="2584450"/>
          <p14:tracePt t="52215" x="7918450" y="2720975"/>
          <p14:tracePt t="52231" x="8081963" y="2903538"/>
          <p14:tracePt t="52248" x="8337550" y="3086100"/>
          <p14:tracePt t="52265" x="8502650" y="3159125"/>
          <p14:tracePt t="52281" x="8831263" y="3187700"/>
          <p14:tracePt t="52298" x="9150350" y="3078163"/>
          <p14:tracePt t="52315" x="9251950" y="3005138"/>
          <p14:tracePt t="52331" x="9388475" y="2857500"/>
          <p14:tracePt t="52348" x="9451975" y="2720975"/>
          <p14:tracePt t="52365" x="9498013" y="2392363"/>
          <p14:tracePt t="52381" x="9471025" y="2163763"/>
          <p14:tracePt t="52398" x="9434513" y="2073275"/>
          <p14:tracePt t="52415" x="9242425" y="1881188"/>
          <p14:tracePt t="52432" x="9013825" y="1762125"/>
          <p14:tracePt t="52448" x="8931275" y="1725613"/>
          <p14:tracePt t="52465" x="8702675" y="1708150"/>
          <p14:tracePt t="52482" x="8566150" y="1708150"/>
          <p14:tracePt t="52498" x="8337550" y="1752600"/>
          <p14:tracePt t="52515" x="8174038" y="1825625"/>
          <p14:tracePt t="52532" x="8137525" y="1835150"/>
          <p14:tracePt t="52549" x="8035925" y="1890713"/>
          <p14:tracePt t="52565" x="7999413" y="1908175"/>
          <p14:tracePt t="52582" x="7981950" y="1927225"/>
          <p14:tracePt t="52598" x="7962900" y="1954213"/>
          <p14:tracePt t="52615" x="7962900" y="1963738"/>
          <p14:tracePt t="52616" x="7954963" y="1973263"/>
          <p14:tracePt t="52632" x="7954963" y="1981200"/>
          <p14:tracePt t="52648" x="7945438" y="1981200"/>
          <p14:tracePt t="52666" x="7935913" y="1990725"/>
          <p14:tracePt t="52748" x="7926388" y="1990725"/>
          <p14:tracePt t="52758" x="7926388" y="2000250"/>
          <p14:tracePt t="52779" x="7926388" y="2017713"/>
          <p14:tracePt t="52789" x="7918450" y="2036763"/>
          <p14:tracePt t="52799" x="7918450" y="2054225"/>
          <p14:tracePt t="52815" x="7918450" y="2082800"/>
          <p14:tracePt t="52832" x="7908925" y="2146300"/>
          <p14:tracePt t="52850" x="7908925" y="2209800"/>
          <p14:tracePt t="52865" x="7908925" y="2255838"/>
          <p14:tracePt t="52882" x="7908925" y="2301875"/>
          <p14:tracePt t="52899" x="7908925" y="2328863"/>
          <p14:tracePt t="52916" x="7908925" y="2365375"/>
          <p14:tracePt t="52932" x="7908925" y="2382838"/>
          <p14:tracePt t="52949" x="7908925" y="2392363"/>
          <p14:tracePt t="52972" x="7908925" y="2401888"/>
          <p14:tracePt t="53005" x="7908925" y="2411413"/>
          <p14:tracePt t="53055" x="7908925" y="2419350"/>
          <p14:tracePt t="53391" x="7926388" y="2355850"/>
          <p14:tracePt t="53401" x="7954963" y="2255838"/>
          <p14:tracePt t="53412" x="7999413" y="2090738"/>
          <p14:tracePt t="53421" x="8072438" y="1825625"/>
          <p14:tracePt t="53433" x="8256588" y="1223963"/>
          <p14:tracePt t="53449" x="8301038" y="1004888"/>
          <p14:tracePt t="53466" x="8402638" y="703263"/>
          <p14:tracePt t="53483" x="8420100" y="547688"/>
          <p14:tracePt t="53499" x="8420100" y="520700"/>
          <p14:tracePt t="53516" x="8420100" y="493713"/>
          <p14:tracePt t="53533" x="8420100" y="484188"/>
          <p14:tracePt t="53549" x="8420100" y="457200"/>
          <p14:tracePt t="53566" x="8420100" y="438150"/>
          <p14:tracePt t="53583" x="8420100" y="420688"/>
          <p14:tracePt t="53600" x="8420100" y="384175"/>
          <p14:tracePt t="53616" x="8420100" y="365125"/>
          <p14:tracePt t="53633" x="8410575" y="347663"/>
          <p14:tracePt t="59267" x="8220075" y="620713"/>
          <p14:tracePt t="59277" x="8220075" y="647700"/>
          <p14:tracePt t="59287" x="8220075" y="693738"/>
          <p14:tracePt t="59297" x="8228013" y="776288"/>
          <p14:tracePt t="59309" x="8247063" y="858838"/>
          <p14:tracePt t="59322" x="8256588" y="949325"/>
          <p14:tracePt t="59338" x="8301038" y="1104900"/>
          <p14:tracePt t="59355" x="8310563" y="1177925"/>
          <p14:tracePt t="59372" x="8337550" y="1370013"/>
          <p14:tracePt t="59389" x="8393113" y="1543050"/>
          <p14:tracePt t="59405" x="8402638" y="1606550"/>
          <p14:tracePt t="59422" x="8447088" y="1671638"/>
          <p14:tracePt t="59438" x="8466138" y="1698625"/>
          <p14:tracePt t="59439" x="8483600" y="1716088"/>
          <p14:tracePt t="59455" x="8512175" y="1744663"/>
          <p14:tracePt t="59472" x="8575675" y="1771650"/>
          <p14:tracePt t="59489" x="8621713" y="1771650"/>
          <p14:tracePt t="59505" x="8712200" y="1771650"/>
          <p14:tracePt t="59522" x="8758238" y="1771650"/>
          <p14:tracePt t="59538" x="8775700" y="1771650"/>
          <p14:tracePt t="59555" x="8804275" y="1771650"/>
          <p14:tracePt t="59572" x="8812213" y="1771650"/>
          <p14:tracePt t="59573" x="8821738" y="1771650"/>
          <p14:tracePt t="59624" x="8804275" y="1771650"/>
          <p14:tracePt t="59634" x="8767763" y="1762125"/>
          <p14:tracePt t="59644" x="8702675" y="1762125"/>
          <p14:tracePt t="59655" x="8629650" y="1762125"/>
          <p14:tracePt t="59672" x="8520113" y="1762125"/>
          <p14:tracePt t="59689" x="8347075" y="1762125"/>
          <p14:tracePt t="59705" x="8274050" y="1808163"/>
          <p14:tracePt t="59722" x="8237538" y="1825625"/>
          <p14:tracePt t="59739" x="8210550" y="1862138"/>
          <p14:tracePt t="59756" x="8191500" y="1898650"/>
          <p14:tracePt t="59772" x="8174038" y="2000250"/>
          <p14:tracePt t="59789" x="8174038" y="2119313"/>
          <p14:tracePt t="59805" x="8174038" y="2163763"/>
          <p14:tracePt t="59822" x="8174038" y="2200275"/>
          <p14:tracePt t="59839" x="8293100" y="2255838"/>
          <p14:tracePt t="59856" x="8366125" y="2255838"/>
          <p14:tracePt t="59872" x="8612188" y="2236788"/>
          <p14:tracePt t="59889" x="8931275" y="2109788"/>
          <p14:tracePt t="59906" x="9086850" y="2063750"/>
          <p14:tracePt t="59922" x="9205913" y="2017713"/>
          <p14:tracePt t="59939" x="9242425" y="2000250"/>
          <p14:tracePt t="59940" x="9259888" y="1990725"/>
          <p14:tracePt t="59956" x="9269413" y="1990725"/>
          <p14:tracePt t="59972" x="9269413" y="1973263"/>
          <p14:tracePt t="59989" x="9269413" y="1944688"/>
          <p14:tracePt t="60006" x="9259888" y="1871663"/>
          <p14:tracePt t="60022" x="9113838" y="1762125"/>
          <p14:tracePt t="60039" x="9013825" y="1735138"/>
          <p14:tracePt t="60056" x="8858250" y="1708150"/>
          <p14:tracePt t="60072" x="8785225" y="1708150"/>
          <p14:tracePt t="60073" x="8675688" y="1725613"/>
          <p14:tracePt t="60089" x="8593138" y="1771650"/>
          <p14:tracePt t="60106" x="8483600" y="1825625"/>
          <p14:tracePt t="60122" x="8466138" y="1862138"/>
          <p14:tracePt t="60139" x="8402638" y="1981200"/>
          <p14:tracePt t="60156" x="8374063" y="2136775"/>
          <p14:tracePt t="60172" x="8374063" y="2209800"/>
          <p14:tracePt t="60189" x="8374063" y="2292350"/>
          <p14:tracePt t="60206" x="8374063" y="2328863"/>
          <p14:tracePt t="60222" x="8402638" y="2346325"/>
          <p14:tracePt t="60239" x="8483600" y="2392363"/>
          <p14:tracePt t="60256" x="8548688" y="2411413"/>
          <p14:tracePt t="60273" x="8666163" y="2428875"/>
          <p14:tracePt t="60289" x="8739188" y="2438400"/>
          <p14:tracePt t="60306" x="8767763" y="2438400"/>
          <p14:tracePt t="60323" x="8812213" y="2438400"/>
          <p14:tracePt t="60339" x="8840788" y="2438400"/>
          <p14:tracePt t="60369" x="8848725" y="2438400"/>
          <p14:tracePt t="60401" x="8858250" y="2438400"/>
          <p14:tracePt t="60472" x="8867775" y="2438400"/>
          <p14:tracePt t="63572" x="8858250" y="2438400"/>
          <p14:tracePt t="63593" x="8848725" y="2438400"/>
          <p14:tracePt t="63614" x="8840788" y="2438400"/>
          <p14:tracePt t="63623" x="8831263" y="2428875"/>
          <p14:tracePt t="63634" x="8804275" y="2382838"/>
          <p14:tracePt t="63643" x="8785225" y="2301875"/>
          <p14:tracePt t="63659" x="8739188" y="2173288"/>
          <p14:tracePt t="63676" x="8675688" y="1927225"/>
          <p14:tracePt t="63693" x="8648700" y="1825625"/>
          <p14:tracePt t="63709" x="8629650" y="1662113"/>
          <p14:tracePt t="63726" x="8612188" y="1562100"/>
          <p14:tracePt t="63743" x="8612188" y="1516063"/>
          <p14:tracePt t="63759" x="8602663" y="1479550"/>
          <p14:tracePt t="63776" x="8602663" y="1470025"/>
          <p14:tracePt t="63828" x="8602663" y="1479550"/>
          <p14:tracePt t="63837" x="8602663" y="1497013"/>
          <p14:tracePt t="63848" x="8602663" y="1525588"/>
          <p14:tracePt t="63859" x="8602663" y="1552575"/>
          <p14:tracePt t="63876" x="8602663" y="1598613"/>
          <p14:tracePt t="63893" x="8602663" y="1679575"/>
          <p14:tracePt t="63910" x="8585200" y="1771650"/>
          <p14:tracePt t="63926" x="8575675" y="1798638"/>
          <p14:tracePt t="63943" x="8556625" y="1854200"/>
          <p14:tracePt t="63960" x="8539163" y="1890713"/>
          <p14:tracePt t="63976" x="8529638" y="1935163"/>
          <p14:tracePt t="63993" x="8512175" y="1973263"/>
          <p14:tracePt t="64010" x="8512175" y="1981200"/>
          <p14:tracePt t="64026" x="8502650" y="2000250"/>
          <p14:tracePt t="64043" x="8502650" y="2009775"/>
          <p14:tracePt t="64073" x="8502650" y="2017713"/>
          <p14:tracePt t="64134" x="8502650" y="2027238"/>
          <p14:tracePt t="65767" x="8493125" y="2009775"/>
          <p14:tracePt t="65777" x="8483600" y="1981200"/>
          <p14:tracePt t="65787" x="8483600" y="1954213"/>
          <p14:tracePt t="65799" x="8466138" y="1927225"/>
          <p14:tracePt t="65811" x="8466138" y="1890713"/>
          <p14:tracePt t="65829" x="8456613" y="1762125"/>
          <p14:tracePt t="65845" x="8447088" y="1652588"/>
          <p14:tracePt t="65862" x="8429625" y="1360488"/>
          <p14:tracePt t="65878" x="8410575" y="1196975"/>
          <p14:tracePt t="65895" x="8383588" y="968375"/>
          <p14:tracePt t="65911" x="8366125" y="849313"/>
          <p14:tracePt t="65928" x="8366125" y="812800"/>
          <p14:tracePt t="65945" x="8347075" y="757238"/>
          <p14:tracePt t="65962" x="8337550" y="712788"/>
          <p14:tracePt t="65978" x="8320088" y="684213"/>
          <p14:tracePt t="65995" x="8320088" y="647700"/>
          <p14:tracePt t="66012" x="8320088" y="630238"/>
          <p14:tracePt t="91409" x="8054975" y="630238"/>
          <p14:tracePt t="91418" x="7808913" y="858838"/>
          <p14:tracePt t="91429" x="7507288" y="1204913"/>
          <p14:tracePt t="91439" x="7113588" y="1543050"/>
          <p14:tracePt t="91453" x="6877050" y="1771650"/>
          <p14:tracePt t="91470" x="6630988" y="1990725"/>
          <p14:tracePt t="91470" x="6511925" y="2127250"/>
          <p14:tracePt t="91487" x="6383338" y="2236788"/>
          <p14:tracePt t="91503" x="6292850" y="2328863"/>
          <p14:tracePt t="91542" x="6292850" y="2338388"/>
          <p14:tracePt t="91725" x="6256338" y="2338388"/>
          <p14:tracePt t="91736" x="6154738" y="2338388"/>
          <p14:tracePt t="91746" x="5918200" y="2301875"/>
          <p14:tracePt t="91755" x="5241925" y="2054225"/>
          <p14:tracePt t="91770" x="4584700" y="1698625"/>
          <p14:tracePt t="91787" x="2859088" y="676275"/>
          <p14:tracePt t="91803" x="1725613" y="26988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Widescreen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Gratis Wechseln</dc:creator>
  <cp:lastModifiedBy>Gratis Wechseln</cp:lastModifiedBy>
  <cp:revision>10</cp:revision>
  <dcterms:created xsi:type="dcterms:W3CDTF">2026-05-14T00:46:32Z</dcterms:created>
  <dcterms:modified xsi:type="dcterms:W3CDTF">2026-06-17T16:16:13Z</dcterms:modified>
</cp:coreProperties>
</file>